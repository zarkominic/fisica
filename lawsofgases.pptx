
<file path=[Content_Types].xml><?xml version="1.0" encoding="utf-8"?>
<Types xmlns="http://schemas.openxmlformats.org/package/2006/content-types">
  <Override PartName="/_rels/.rels" ContentType="application/vnd.openxmlformats-package.relationships+xml"/>
  <Override PartName="/ppt/_rels/presentation.xml.rels" ContentType="application/vnd.openxmlformats-package.relationships+xml"/>
  <Override PartName="/ppt/slides/slide17.xml" ContentType="application/vnd.openxmlformats-officedocument.presentationml.slide+xml"/>
  <Override PartName="/ppt/slides/slide16.xml" ContentType="application/vnd.openxmlformats-officedocument.presentationml.slide+xml"/>
  <Override PartName="/ppt/slides/slide15.xml" ContentType="application/vnd.openxmlformats-officedocument.presentationml.slide+xml"/>
  <Override PartName="/ppt/slides/slide14.xml" ContentType="application/vnd.openxmlformats-officedocument.presentationml.slide+xml"/>
  <Override PartName="/ppt/slides/_rels/slide17.xml.rels" ContentType="application/vnd.openxmlformats-package.relationships+xml"/>
  <Override PartName="/ppt/slides/_rels/slide16.xml.rels" ContentType="application/vnd.openxmlformats-package.relationships+xml"/>
  <Override PartName="/ppt/slides/_rels/slide15.xml.rels" ContentType="application/vnd.openxmlformats-package.relationships+xml"/>
  <Override PartName="/ppt/slides/_rels/slide14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11.xml.rels" ContentType="application/vnd.openxmlformats-package.relationships+xml"/>
  <Override PartName="/ppt/slides/_rels/slide10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9.xml.rels" ContentType="application/vnd.openxmlformats-package.relationships+xml"/>
  <Override PartName="/ppt/slides/_rels/slide1.xml.rels" ContentType="application/vnd.openxmlformats-package.relationships+xml"/>
  <Override PartName="/ppt/slides/slide13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1.xml" ContentType="application/vnd.openxmlformats-officedocument.presentationml.slide+xml"/>
  <Override PartName="/ppt/media/image13.png" ContentType="image/png"/>
  <Override PartName="/ppt/media/image12.png" ContentType="image/png"/>
  <Override PartName="/ppt/media/image11.png" ContentType="image/png"/>
  <Override PartName="/ppt/media/image10.png" ContentType="image/png"/>
  <Override PartName="/ppt/media/image9.png" ContentType="image/png"/>
  <Override PartName="/ppt/media/image8.png" ContentType="image/png"/>
  <Override PartName="/ppt/media/image7.png" ContentType="image/png"/>
  <Override PartName="/ppt/media/image6.png" ContentType="image/png"/>
  <Override PartName="/ppt/media/image5.png" ContentType="image/png"/>
  <Override PartName="/ppt/media/image4.png" ContentType="image/png"/>
  <Override PartName="/ppt/media/image3.png" ContentType="image/png"/>
  <Override PartName="/ppt/media/image2.png" ContentType="image/png"/>
  <Override PartName="/ppt/media/image1.png" ContentType="image/png"/>
  <Override PartName="/ppt/slideLayouts/_rels/slideLayout34.xml.rels" ContentType="application/vnd.openxmlformats-package.relationships+xml"/>
  <Override PartName="/ppt/slideLayouts/_rels/slideLayout33.xml.rels" ContentType="application/vnd.openxmlformats-package.relationships+xml"/>
  <Override PartName="/ppt/slideLayouts/_rels/slideLayout32.xml.rels" ContentType="application/vnd.openxmlformats-package.relationships+xml"/>
  <Override PartName="/ppt/slideLayouts/_rels/slideLayout31.xml.rels" ContentType="application/vnd.openxmlformats-package.relationships+xml"/>
  <Override PartName="/ppt/slideLayouts/_rels/slideLayout30.xml.rels" ContentType="application/vnd.openxmlformats-package.relationships+xml"/>
  <Override PartName="/ppt/slideLayouts/_rels/slideLayout28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7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29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26.xml.rels" ContentType="application/vnd.openxmlformats-package.relationships+xml"/>
  <Override PartName="/ppt/slideLayouts/_rels/slideLayout36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35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.xml.rels" ContentType="application/vnd.openxmlformats-package.relationships+xml"/>
  <Override PartName="/ppt/slideLayouts/slideLayout36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3.xml" ContentType="application/vnd.openxmlformats-officedocument.theme+xml"/>
  <Override PartName="/ppt/theme/theme2.xml" ContentType="application/vnd.openxmlformats-officedocument.theme+xml"/>
  <Override PartName="/ppt/theme/theme1.xml" ContentType="application/vnd.openxmlformats-officedocument.theme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3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1.xml" ContentType="application/vnd.openxmlformats-officedocument.presentationml.slideMaster+xml"/>
  <Override PartName="/ppt/presentation.xml" ContentType="application/vnd.openxmlformats-officedocument.presentationml.presentation.main+xml"/>
</Types>
</file>

<file path=_rels/.rels><?xml version="1.0" encoding="UTF-8"?>
<Relationships xmlns="http://schemas.openxmlformats.org/package/2006/relationships">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>
  <p:sldMasterIdLst>
    <p:sldMasterId id="2147483648" r:id="rId2"/>
    <p:sldMasterId id="2147483661" r:id="rId3"/>
    <p:sldMasterId id="2147483674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</p:sldIdLst>
  <p:sldSz cx="12192000" cy="6858000"/>
  <p:notesSz cx="7559675" cy="10691812"/>
</p:presentation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slide" Target="slides/slide17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4.png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6.png"/><Relationship Id="rId3" Type="http://schemas.openxmlformats.org/officeDocument/2006/relationships/image" Target="../media/image7.png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61000"/>
            <a:ext cx="9797400" cy="1001880"/>
          </a:xfrm>
          <a:prstGeom prst="rect">
            <a:avLst/>
          </a:prstGeom>
        </p:spPr>
        <p:txBody>
          <a:bodyPr wrap="none" lIns="0" rIns="0" tIns="0" bIns="0" anchor="ctr"/>
          <a:p>
            <a:pPr algn="ctr"/>
            <a:endParaRPr/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609480" y="1654560"/>
            <a:ext cx="10972800" cy="3977640"/>
          </a:xfrm>
          <a:prstGeom prst="rect">
            <a:avLst/>
          </a:prstGeom>
        </p:spPr>
        <p:txBody>
          <a:bodyPr wrap="none" lIns="0" rIns="0" tIns="0" bIns="0" anchor="ctr"/>
          <a:p>
            <a:pPr algn="ctr"/>
            <a:endParaRPr/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61000"/>
            <a:ext cx="9797400" cy="1001880"/>
          </a:xfrm>
          <a:prstGeom prst="rect">
            <a:avLst/>
          </a:prstGeom>
        </p:spPr>
        <p:txBody>
          <a:bodyPr wrap="none" lIns="0" rIns="0" tIns="0" bIns="0" anchor="ctr"/>
          <a:p>
            <a:pPr algn="ctr"/>
            <a:endParaRPr/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609480" y="1654560"/>
            <a:ext cx="10972800" cy="3977280"/>
          </a:xfrm>
          <a:prstGeom prst="rect">
            <a:avLst/>
          </a:prstGeom>
        </p:spPr>
        <p:txBody>
          <a:bodyPr wrap="none" lIns="0" rIns="0" tIns="0" bIns="0"/>
          <a:p>
            <a:endParaRPr/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609480" y="261000"/>
            <a:ext cx="9797400" cy="1001880"/>
          </a:xfrm>
          <a:prstGeom prst="rect">
            <a:avLst/>
          </a:prstGeom>
        </p:spPr>
        <p:txBody>
          <a:bodyPr wrap="none" lIns="0" rIns="0" tIns="0" bIns="0" anchor="ctr"/>
          <a:p>
            <a:pPr algn="ctr"/>
            <a:endParaRPr/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609480" y="1654560"/>
            <a:ext cx="5354640" cy="3977280"/>
          </a:xfrm>
          <a:prstGeom prst="rect">
            <a:avLst/>
          </a:prstGeom>
        </p:spPr>
        <p:txBody>
          <a:bodyPr wrap="none" lIns="0" rIns="0" tIns="0" bIns="0"/>
          <a:p>
            <a:endParaRPr/>
          </a:p>
        </p:txBody>
      </p:sp>
      <p:sp>
        <p:nvSpPr>
          <p:cNvPr id="8" name="PlaceHolder 3"/>
          <p:cNvSpPr>
            <a:spLocks noGrp="1"/>
          </p:cNvSpPr>
          <p:nvPr>
            <p:ph type="body"/>
          </p:nvPr>
        </p:nvSpPr>
        <p:spPr>
          <a:xfrm>
            <a:off x="6232320" y="1654560"/>
            <a:ext cx="5354640" cy="3977280"/>
          </a:xfrm>
          <a:prstGeom prst="rect">
            <a:avLst/>
          </a:prstGeom>
        </p:spPr>
        <p:txBody>
          <a:bodyPr wrap="none" lIns="0" rIns="0" tIns="0" bIns="0"/>
          <a:p>
            <a:endParaRPr/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09480" y="261000"/>
            <a:ext cx="9797400" cy="1001880"/>
          </a:xfrm>
          <a:prstGeom prst="rect">
            <a:avLst/>
          </a:prstGeom>
        </p:spPr>
        <p:txBody>
          <a:bodyPr wrap="none" lIns="0" rIns="0" tIns="0" bIns="0" anchor="ctr"/>
          <a:p>
            <a:pPr algn="ctr"/>
            <a:endParaRPr/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609480" y="261000"/>
            <a:ext cx="9797400" cy="4644000"/>
          </a:xfrm>
          <a:prstGeom prst="rect">
            <a:avLst/>
          </a:prstGeom>
        </p:spPr>
        <p:txBody>
          <a:bodyPr wrap="none" lIns="0" rIns="0" tIns="0" bIns="0" anchor="ctr"/>
          <a:p>
            <a:pPr algn="ctr"/>
            <a:endParaRPr/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09480" y="261000"/>
            <a:ext cx="9797400" cy="1001880"/>
          </a:xfrm>
          <a:prstGeom prst="rect">
            <a:avLst/>
          </a:prstGeom>
        </p:spPr>
        <p:txBody>
          <a:bodyPr wrap="none" lIns="0" rIns="0" tIns="0" bIns="0" anchor="ctr"/>
          <a:p>
            <a:pPr algn="ctr"/>
            <a:endParaRPr/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609480" y="1654560"/>
            <a:ext cx="5354640" cy="1896840"/>
          </a:xfrm>
          <a:prstGeom prst="rect">
            <a:avLst/>
          </a:prstGeom>
        </p:spPr>
        <p:txBody>
          <a:bodyPr wrap="none" lIns="0" rIns="0" tIns="0" bIns="0"/>
          <a:p>
            <a:endParaRPr/>
          </a:p>
        </p:txBody>
      </p:sp>
      <p:sp>
        <p:nvSpPr>
          <p:cNvPr id="13" name="PlaceHolder 3"/>
          <p:cNvSpPr>
            <a:spLocks noGrp="1"/>
          </p:cNvSpPr>
          <p:nvPr>
            <p:ph type="body"/>
          </p:nvPr>
        </p:nvSpPr>
        <p:spPr>
          <a:xfrm>
            <a:off x="609480" y="3732120"/>
            <a:ext cx="5354640" cy="1896840"/>
          </a:xfrm>
          <a:prstGeom prst="rect">
            <a:avLst/>
          </a:prstGeom>
        </p:spPr>
        <p:txBody>
          <a:bodyPr wrap="none" lIns="0" rIns="0" tIns="0" bIns="0"/>
          <a:p>
            <a:endParaRPr/>
          </a:p>
        </p:txBody>
      </p:sp>
      <p:sp>
        <p:nvSpPr>
          <p:cNvPr id="14" name="PlaceHolder 4"/>
          <p:cNvSpPr>
            <a:spLocks noGrp="1"/>
          </p:cNvSpPr>
          <p:nvPr>
            <p:ph type="body"/>
          </p:nvPr>
        </p:nvSpPr>
        <p:spPr>
          <a:xfrm>
            <a:off x="6232320" y="1654560"/>
            <a:ext cx="5354640" cy="3977280"/>
          </a:xfrm>
          <a:prstGeom prst="rect">
            <a:avLst/>
          </a:prstGeom>
        </p:spPr>
        <p:txBody>
          <a:bodyPr wrap="none" lIns="0" rIns="0" tIns="0" bIns="0"/>
          <a:p>
            <a:endParaRPr/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609480" y="261000"/>
            <a:ext cx="9797400" cy="1001880"/>
          </a:xfrm>
          <a:prstGeom prst="rect">
            <a:avLst/>
          </a:prstGeom>
        </p:spPr>
        <p:txBody>
          <a:bodyPr wrap="none" lIns="0" rIns="0" tIns="0" bIns="0" anchor="ctr"/>
          <a:p>
            <a:pPr algn="ctr"/>
            <a:endParaRPr/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609480" y="1654560"/>
            <a:ext cx="5354640" cy="3977280"/>
          </a:xfrm>
          <a:prstGeom prst="rect">
            <a:avLst/>
          </a:prstGeom>
        </p:spPr>
        <p:txBody>
          <a:bodyPr wrap="none" lIns="0" rIns="0" tIns="0" bIns="0"/>
          <a:p>
            <a:endParaRPr/>
          </a:p>
        </p:txBody>
      </p:sp>
      <p:sp>
        <p:nvSpPr>
          <p:cNvPr id="17" name="PlaceHolder 3"/>
          <p:cNvSpPr>
            <a:spLocks noGrp="1"/>
          </p:cNvSpPr>
          <p:nvPr>
            <p:ph type="body"/>
          </p:nvPr>
        </p:nvSpPr>
        <p:spPr>
          <a:xfrm>
            <a:off x="6232320" y="1654560"/>
            <a:ext cx="5354640" cy="1896840"/>
          </a:xfrm>
          <a:prstGeom prst="rect">
            <a:avLst/>
          </a:prstGeom>
        </p:spPr>
        <p:txBody>
          <a:bodyPr wrap="none" lIns="0" rIns="0" tIns="0" bIns="0"/>
          <a:p>
            <a:endParaRPr/>
          </a:p>
        </p:txBody>
      </p:sp>
      <p:sp>
        <p:nvSpPr>
          <p:cNvPr id="18" name="PlaceHolder 4"/>
          <p:cNvSpPr>
            <a:spLocks noGrp="1"/>
          </p:cNvSpPr>
          <p:nvPr>
            <p:ph type="body"/>
          </p:nvPr>
        </p:nvSpPr>
        <p:spPr>
          <a:xfrm>
            <a:off x="6232320" y="3732120"/>
            <a:ext cx="5354640" cy="1896840"/>
          </a:xfrm>
          <a:prstGeom prst="rect">
            <a:avLst/>
          </a:prstGeom>
        </p:spPr>
        <p:txBody>
          <a:bodyPr wrap="none" lIns="0" rIns="0" tIns="0" bIns="0"/>
          <a:p>
            <a:endParaRPr/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609480" y="261000"/>
            <a:ext cx="9797400" cy="1001880"/>
          </a:xfrm>
          <a:prstGeom prst="rect">
            <a:avLst/>
          </a:prstGeom>
        </p:spPr>
        <p:txBody>
          <a:bodyPr wrap="none" lIns="0" rIns="0" tIns="0" bIns="0" anchor="ctr"/>
          <a:p>
            <a:pPr algn="ctr"/>
            <a:endParaRPr/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609480" y="1654560"/>
            <a:ext cx="5354640" cy="1896840"/>
          </a:xfrm>
          <a:prstGeom prst="rect">
            <a:avLst/>
          </a:prstGeom>
        </p:spPr>
        <p:txBody>
          <a:bodyPr wrap="none" lIns="0" rIns="0" tIns="0" bIns="0"/>
          <a:p>
            <a:endParaRPr/>
          </a:p>
        </p:txBody>
      </p:sp>
      <p:sp>
        <p:nvSpPr>
          <p:cNvPr id="21" name="PlaceHolder 3"/>
          <p:cNvSpPr>
            <a:spLocks noGrp="1"/>
          </p:cNvSpPr>
          <p:nvPr>
            <p:ph type="body"/>
          </p:nvPr>
        </p:nvSpPr>
        <p:spPr>
          <a:xfrm>
            <a:off x="6232320" y="1654560"/>
            <a:ext cx="5354640" cy="1896840"/>
          </a:xfrm>
          <a:prstGeom prst="rect">
            <a:avLst/>
          </a:prstGeom>
        </p:spPr>
        <p:txBody>
          <a:bodyPr wrap="none" lIns="0" rIns="0" tIns="0" bIns="0"/>
          <a:p>
            <a:endParaRPr/>
          </a:p>
        </p:txBody>
      </p:sp>
      <p:sp>
        <p:nvSpPr>
          <p:cNvPr id="22" name="PlaceHolder 4"/>
          <p:cNvSpPr>
            <a:spLocks noGrp="1"/>
          </p:cNvSpPr>
          <p:nvPr>
            <p:ph type="body"/>
          </p:nvPr>
        </p:nvSpPr>
        <p:spPr>
          <a:xfrm>
            <a:off x="609480" y="3732120"/>
            <a:ext cx="10972800" cy="1896840"/>
          </a:xfrm>
          <a:prstGeom prst="rect">
            <a:avLst/>
          </a:prstGeom>
        </p:spPr>
        <p:txBody>
          <a:bodyPr wrap="none" lIns="0" rIns="0" tIns="0" bIns="0"/>
          <a:p>
            <a:endParaRPr/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609480" y="261000"/>
            <a:ext cx="9797400" cy="1001880"/>
          </a:xfrm>
          <a:prstGeom prst="rect">
            <a:avLst/>
          </a:prstGeom>
        </p:spPr>
        <p:txBody>
          <a:bodyPr wrap="none" lIns="0" rIns="0" tIns="0" bIns="0" anchor="ctr"/>
          <a:p>
            <a:pPr algn="ctr"/>
            <a:endParaRPr/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609480" y="1654560"/>
            <a:ext cx="10972800" cy="1896840"/>
          </a:xfrm>
          <a:prstGeom prst="rect">
            <a:avLst/>
          </a:prstGeom>
        </p:spPr>
        <p:txBody>
          <a:bodyPr wrap="none" lIns="0" rIns="0" tIns="0" bIns="0"/>
          <a:p>
            <a:endParaRPr/>
          </a:p>
        </p:txBody>
      </p:sp>
      <p:sp>
        <p:nvSpPr>
          <p:cNvPr id="25" name="PlaceHolder 3"/>
          <p:cNvSpPr>
            <a:spLocks noGrp="1"/>
          </p:cNvSpPr>
          <p:nvPr>
            <p:ph type="body"/>
          </p:nvPr>
        </p:nvSpPr>
        <p:spPr>
          <a:xfrm>
            <a:off x="609480" y="3732120"/>
            <a:ext cx="10972800" cy="1896840"/>
          </a:xfrm>
          <a:prstGeom prst="rect">
            <a:avLst/>
          </a:prstGeom>
        </p:spPr>
        <p:txBody>
          <a:bodyPr wrap="none" lIns="0" rIns="0" tIns="0" bIns="0"/>
          <a:p>
            <a:endParaRPr/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09480" y="261000"/>
            <a:ext cx="9797400" cy="1001880"/>
          </a:xfrm>
          <a:prstGeom prst="rect">
            <a:avLst/>
          </a:prstGeom>
        </p:spPr>
        <p:txBody>
          <a:bodyPr wrap="none" lIns="0" rIns="0" tIns="0" bIns="0" anchor="ctr"/>
          <a:p>
            <a:pPr algn="ctr"/>
            <a:endParaRPr/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609480" y="1654560"/>
            <a:ext cx="5354640" cy="1896840"/>
          </a:xfrm>
          <a:prstGeom prst="rect">
            <a:avLst/>
          </a:prstGeom>
        </p:spPr>
        <p:txBody>
          <a:bodyPr wrap="none" lIns="0" rIns="0" tIns="0" bIns="0"/>
          <a:p>
            <a:endParaRPr/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6232320" y="1654560"/>
            <a:ext cx="5354640" cy="1896840"/>
          </a:xfrm>
          <a:prstGeom prst="rect">
            <a:avLst/>
          </a:prstGeom>
        </p:spPr>
        <p:txBody>
          <a:bodyPr wrap="none" lIns="0" rIns="0" tIns="0" bIns="0"/>
          <a:p>
            <a:endParaRPr/>
          </a:p>
        </p:txBody>
      </p:sp>
      <p:sp>
        <p:nvSpPr>
          <p:cNvPr id="29" name="PlaceHolder 4"/>
          <p:cNvSpPr>
            <a:spLocks noGrp="1"/>
          </p:cNvSpPr>
          <p:nvPr>
            <p:ph type="body"/>
          </p:nvPr>
        </p:nvSpPr>
        <p:spPr>
          <a:xfrm>
            <a:off x="6232320" y="3732120"/>
            <a:ext cx="5354640" cy="1896840"/>
          </a:xfrm>
          <a:prstGeom prst="rect">
            <a:avLst/>
          </a:prstGeom>
        </p:spPr>
        <p:txBody>
          <a:bodyPr wrap="none" lIns="0" rIns="0" tIns="0" bIns="0"/>
          <a:p>
            <a:endParaRPr/>
          </a:p>
        </p:txBody>
      </p:sp>
      <p:sp>
        <p:nvSpPr>
          <p:cNvPr id="30" name="PlaceHolder 5"/>
          <p:cNvSpPr>
            <a:spLocks noGrp="1"/>
          </p:cNvSpPr>
          <p:nvPr>
            <p:ph type="body"/>
          </p:nvPr>
        </p:nvSpPr>
        <p:spPr>
          <a:xfrm>
            <a:off x="609480" y="3732120"/>
            <a:ext cx="5354640" cy="1896840"/>
          </a:xfrm>
          <a:prstGeom prst="rect">
            <a:avLst/>
          </a:prstGeom>
        </p:spPr>
        <p:txBody>
          <a:bodyPr wrap="none" lIns="0" rIns="0" tIns="0" bIns="0"/>
          <a:p>
            <a:endParaRPr/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609480" y="261000"/>
            <a:ext cx="9797400" cy="1001880"/>
          </a:xfrm>
          <a:prstGeom prst="rect">
            <a:avLst/>
          </a:prstGeom>
        </p:spPr>
        <p:txBody>
          <a:bodyPr wrap="none" lIns="0" rIns="0" tIns="0" bIns="0" anchor="ctr"/>
          <a:p>
            <a:pPr algn="ctr"/>
            <a:endParaRPr/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609480" y="1654560"/>
            <a:ext cx="10972800" cy="3977280"/>
          </a:xfrm>
          <a:prstGeom prst="rect">
            <a:avLst/>
          </a:prstGeom>
        </p:spPr>
        <p:txBody>
          <a:bodyPr wrap="none" lIns="0" rIns="0" tIns="0" bIns="0"/>
          <a:p>
            <a:endParaRPr/>
          </a:p>
        </p:txBody>
      </p:sp>
      <p:sp>
        <p:nvSpPr>
          <p:cNvPr id="33" name="PlaceHolder 3"/>
          <p:cNvSpPr>
            <a:spLocks noGrp="1"/>
          </p:cNvSpPr>
          <p:nvPr>
            <p:ph type="body"/>
          </p:nvPr>
        </p:nvSpPr>
        <p:spPr>
          <a:xfrm>
            <a:off x="609480" y="1654560"/>
            <a:ext cx="10972800" cy="3977280"/>
          </a:xfrm>
          <a:prstGeom prst="rect">
            <a:avLst/>
          </a:prstGeom>
        </p:spPr>
        <p:txBody>
          <a:bodyPr wrap="none" lIns="0" rIns="0" tIns="0" bIns="0"/>
          <a:p>
            <a:endParaRPr/>
          </a:p>
        </p:txBody>
      </p:sp>
      <p:pic>
        <p:nvPicPr>
          <p:cNvPr id="34" name="" descr=""/>
          <p:cNvPicPr/>
          <p:nvPr/>
        </p:nvPicPr>
        <p:blipFill>
          <a:blip r:embed="rId2"/>
          <a:stretch>
            <a:fillRect/>
          </a:stretch>
        </p:blipFill>
        <p:spPr>
          <a:xfrm>
            <a:off x="3603240" y="1654560"/>
            <a:ext cx="4984920" cy="3977280"/>
          </a:xfrm>
          <a:prstGeom prst="rect">
            <a:avLst/>
          </a:prstGeom>
          <a:ln>
            <a:noFill/>
          </a:ln>
        </p:spPr>
      </p:pic>
      <p:pic>
        <p:nvPicPr>
          <p:cNvPr id="35" name="" descr=""/>
          <p:cNvPicPr/>
          <p:nvPr/>
        </p:nvPicPr>
        <p:blipFill>
          <a:blip r:embed="rId3"/>
          <a:stretch>
            <a:fillRect/>
          </a:stretch>
        </p:blipFill>
        <p:spPr>
          <a:xfrm>
            <a:off x="3603240" y="1654560"/>
            <a:ext cx="4984920" cy="3977280"/>
          </a:xfrm>
          <a:prstGeom prst="rect">
            <a:avLst/>
          </a:prstGeom>
          <a:ln>
            <a:noFill/>
          </a:ln>
        </p:spPr>
      </p:pic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609480" y="261000"/>
            <a:ext cx="9797400" cy="1001880"/>
          </a:xfrm>
          <a:prstGeom prst="rect">
            <a:avLst/>
          </a:prstGeom>
        </p:spPr>
        <p:txBody>
          <a:bodyPr wrap="none" lIns="0" rIns="0" tIns="0" bIns="0" anchor="ctr"/>
          <a:p>
            <a:pPr algn="ctr"/>
            <a:endParaRPr/>
          </a:p>
        </p:txBody>
      </p:sp>
      <p:sp>
        <p:nvSpPr>
          <p:cNvPr id="39" name="PlaceHolder 2"/>
          <p:cNvSpPr>
            <a:spLocks noGrp="1"/>
          </p:cNvSpPr>
          <p:nvPr>
            <p:ph type="subTitle"/>
          </p:nvPr>
        </p:nvSpPr>
        <p:spPr>
          <a:xfrm>
            <a:off x="609480" y="1654560"/>
            <a:ext cx="10972800" cy="3977640"/>
          </a:xfrm>
          <a:prstGeom prst="rect">
            <a:avLst/>
          </a:prstGeom>
        </p:spPr>
        <p:txBody>
          <a:bodyPr wrap="none" lIns="0" rIns="0" tIns="0" bIns="0" anchor="ctr"/>
          <a:p>
            <a:pPr algn="ctr"/>
            <a:endParaRPr/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609480" y="261000"/>
            <a:ext cx="9797400" cy="1001880"/>
          </a:xfrm>
          <a:prstGeom prst="rect">
            <a:avLst/>
          </a:prstGeom>
        </p:spPr>
        <p:txBody>
          <a:bodyPr wrap="none" lIns="0" rIns="0" tIns="0" bIns="0" anchor="ctr"/>
          <a:p>
            <a:pPr algn="ctr"/>
            <a:endParaRPr/>
          </a:p>
        </p:txBody>
      </p:sp>
      <p:sp>
        <p:nvSpPr>
          <p:cNvPr id="41" name="PlaceHolder 2"/>
          <p:cNvSpPr>
            <a:spLocks noGrp="1"/>
          </p:cNvSpPr>
          <p:nvPr>
            <p:ph type="body"/>
          </p:nvPr>
        </p:nvSpPr>
        <p:spPr>
          <a:xfrm>
            <a:off x="609480" y="1654560"/>
            <a:ext cx="10972800" cy="3977280"/>
          </a:xfrm>
          <a:prstGeom prst="rect">
            <a:avLst/>
          </a:prstGeom>
        </p:spPr>
        <p:txBody>
          <a:bodyPr wrap="none" lIns="0" rIns="0" tIns="0" bIns="0"/>
          <a:p>
            <a:endParaRPr/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609480" y="261000"/>
            <a:ext cx="9797400" cy="1001880"/>
          </a:xfrm>
          <a:prstGeom prst="rect">
            <a:avLst/>
          </a:prstGeom>
        </p:spPr>
        <p:txBody>
          <a:bodyPr wrap="none" lIns="0" rIns="0" tIns="0" bIns="0" anchor="ctr"/>
          <a:p>
            <a:pPr algn="ctr"/>
            <a:endParaRPr/>
          </a:p>
        </p:txBody>
      </p:sp>
      <p:sp>
        <p:nvSpPr>
          <p:cNvPr id="43" name="PlaceHolder 2"/>
          <p:cNvSpPr>
            <a:spLocks noGrp="1"/>
          </p:cNvSpPr>
          <p:nvPr>
            <p:ph type="body"/>
          </p:nvPr>
        </p:nvSpPr>
        <p:spPr>
          <a:xfrm>
            <a:off x="609480" y="1654560"/>
            <a:ext cx="5354640" cy="3977280"/>
          </a:xfrm>
          <a:prstGeom prst="rect">
            <a:avLst/>
          </a:prstGeom>
        </p:spPr>
        <p:txBody>
          <a:bodyPr wrap="none" lIns="0" rIns="0" tIns="0" bIns="0"/>
          <a:p>
            <a:endParaRPr/>
          </a:p>
        </p:txBody>
      </p:sp>
      <p:sp>
        <p:nvSpPr>
          <p:cNvPr id="44" name="PlaceHolder 3"/>
          <p:cNvSpPr>
            <a:spLocks noGrp="1"/>
          </p:cNvSpPr>
          <p:nvPr>
            <p:ph type="body"/>
          </p:nvPr>
        </p:nvSpPr>
        <p:spPr>
          <a:xfrm>
            <a:off x="6232320" y="1654560"/>
            <a:ext cx="5354640" cy="3977280"/>
          </a:xfrm>
          <a:prstGeom prst="rect">
            <a:avLst/>
          </a:prstGeom>
        </p:spPr>
        <p:txBody>
          <a:bodyPr wrap="none" lIns="0" rIns="0" tIns="0" bIns="0"/>
          <a:p>
            <a:endParaRPr/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609480" y="261000"/>
            <a:ext cx="9797400" cy="1001880"/>
          </a:xfrm>
          <a:prstGeom prst="rect">
            <a:avLst/>
          </a:prstGeom>
        </p:spPr>
        <p:txBody>
          <a:bodyPr wrap="none" lIns="0" rIns="0" tIns="0" bIns="0" anchor="ctr"/>
          <a:p>
            <a:pPr algn="ctr"/>
            <a:endParaRPr/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subTitle"/>
          </p:nvPr>
        </p:nvSpPr>
        <p:spPr>
          <a:xfrm>
            <a:off x="609480" y="261000"/>
            <a:ext cx="9797400" cy="4644000"/>
          </a:xfrm>
          <a:prstGeom prst="rect">
            <a:avLst/>
          </a:prstGeom>
        </p:spPr>
        <p:txBody>
          <a:bodyPr wrap="none" lIns="0" rIns="0" tIns="0" bIns="0" anchor="ctr"/>
          <a:p>
            <a:pPr algn="ctr"/>
            <a:endParaRPr/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09480" y="261000"/>
            <a:ext cx="9797400" cy="1001880"/>
          </a:xfrm>
          <a:prstGeom prst="rect">
            <a:avLst/>
          </a:prstGeom>
        </p:spPr>
        <p:txBody>
          <a:bodyPr wrap="none" lIns="0" rIns="0" tIns="0" bIns="0" anchor="ctr"/>
          <a:p>
            <a:pPr algn="ctr"/>
            <a:endParaRPr/>
          </a:p>
        </p:txBody>
      </p:sp>
      <p:sp>
        <p:nvSpPr>
          <p:cNvPr id="48" name="PlaceHolder 2"/>
          <p:cNvSpPr>
            <a:spLocks noGrp="1"/>
          </p:cNvSpPr>
          <p:nvPr>
            <p:ph type="body"/>
          </p:nvPr>
        </p:nvSpPr>
        <p:spPr>
          <a:xfrm>
            <a:off x="609480" y="1654560"/>
            <a:ext cx="5354640" cy="1896840"/>
          </a:xfrm>
          <a:prstGeom prst="rect">
            <a:avLst/>
          </a:prstGeom>
        </p:spPr>
        <p:txBody>
          <a:bodyPr wrap="none" lIns="0" rIns="0" tIns="0" bIns="0"/>
          <a:p>
            <a:endParaRPr/>
          </a:p>
        </p:txBody>
      </p:sp>
      <p:sp>
        <p:nvSpPr>
          <p:cNvPr id="49" name="PlaceHolder 3"/>
          <p:cNvSpPr>
            <a:spLocks noGrp="1"/>
          </p:cNvSpPr>
          <p:nvPr>
            <p:ph type="body"/>
          </p:nvPr>
        </p:nvSpPr>
        <p:spPr>
          <a:xfrm>
            <a:off x="609480" y="3732120"/>
            <a:ext cx="5354640" cy="1896840"/>
          </a:xfrm>
          <a:prstGeom prst="rect">
            <a:avLst/>
          </a:prstGeom>
        </p:spPr>
        <p:txBody>
          <a:bodyPr wrap="none" lIns="0" rIns="0" tIns="0" bIns="0"/>
          <a:p>
            <a:endParaRPr/>
          </a:p>
        </p:txBody>
      </p:sp>
      <p:sp>
        <p:nvSpPr>
          <p:cNvPr id="50" name="PlaceHolder 4"/>
          <p:cNvSpPr>
            <a:spLocks noGrp="1"/>
          </p:cNvSpPr>
          <p:nvPr>
            <p:ph type="body"/>
          </p:nvPr>
        </p:nvSpPr>
        <p:spPr>
          <a:xfrm>
            <a:off x="6232320" y="1654560"/>
            <a:ext cx="5354640" cy="3977280"/>
          </a:xfrm>
          <a:prstGeom prst="rect">
            <a:avLst/>
          </a:prstGeom>
        </p:spPr>
        <p:txBody>
          <a:bodyPr wrap="none" lIns="0" rIns="0" tIns="0" bIns="0"/>
          <a:p>
            <a:endParaRPr/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609480" y="261000"/>
            <a:ext cx="9797400" cy="1001880"/>
          </a:xfrm>
          <a:prstGeom prst="rect">
            <a:avLst/>
          </a:prstGeom>
        </p:spPr>
        <p:txBody>
          <a:bodyPr wrap="none" lIns="0" rIns="0" tIns="0" bIns="0" anchor="ctr"/>
          <a:p>
            <a:pPr algn="ctr"/>
            <a:endParaRPr/>
          </a:p>
        </p:txBody>
      </p:sp>
      <p:sp>
        <p:nvSpPr>
          <p:cNvPr id="52" name="PlaceHolder 2"/>
          <p:cNvSpPr>
            <a:spLocks noGrp="1"/>
          </p:cNvSpPr>
          <p:nvPr>
            <p:ph type="body"/>
          </p:nvPr>
        </p:nvSpPr>
        <p:spPr>
          <a:xfrm>
            <a:off x="609480" y="1654560"/>
            <a:ext cx="5354640" cy="3977280"/>
          </a:xfrm>
          <a:prstGeom prst="rect">
            <a:avLst/>
          </a:prstGeom>
        </p:spPr>
        <p:txBody>
          <a:bodyPr wrap="none" lIns="0" rIns="0" tIns="0" bIns="0"/>
          <a:p>
            <a:endParaRPr/>
          </a:p>
        </p:txBody>
      </p:sp>
      <p:sp>
        <p:nvSpPr>
          <p:cNvPr id="53" name="PlaceHolder 3"/>
          <p:cNvSpPr>
            <a:spLocks noGrp="1"/>
          </p:cNvSpPr>
          <p:nvPr>
            <p:ph type="body"/>
          </p:nvPr>
        </p:nvSpPr>
        <p:spPr>
          <a:xfrm>
            <a:off x="6232320" y="1654560"/>
            <a:ext cx="5354640" cy="1896840"/>
          </a:xfrm>
          <a:prstGeom prst="rect">
            <a:avLst/>
          </a:prstGeom>
        </p:spPr>
        <p:txBody>
          <a:bodyPr wrap="none" lIns="0" rIns="0" tIns="0" bIns="0"/>
          <a:p>
            <a:endParaRPr/>
          </a:p>
        </p:txBody>
      </p:sp>
      <p:sp>
        <p:nvSpPr>
          <p:cNvPr id="54" name="PlaceHolder 4"/>
          <p:cNvSpPr>
            <a:spLocks noGrp="1"/>
          </p:cNvSpPr>
          <p:nvPr>
            <p:ph type="body"/>
          </p:nvPr>
        </p:nvSpPr>
        <p:spPr>
          <a:xfrm>
            <a:off x="6232320" y="3732120"/>
            <a:ext cx="5354640" cy="1896840"/>
          </a:xfrm>
          <a:prstGeom prst="rect">
            <a:avLst/>
          </a:prstGeom>
        </p:spPr>
        <p:txBody>
          <a:bodyPr wrap="none" lIns="0" rIns="0" tIns="0" bIns="0"/>
          <a:p>
            <a:endParaRPr/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609480" y="261000"/>
            <a:ext cx="9797400" cy="1001880"/>
          </a:xfrm>
          <a:prstGeom prst="rect">
            <a:avLst/>
          </a:prstGeom>
        </p:spPr>
        <p:txBody>
          <a:bodyPr wrap="none" lIns="0" rIns="0" tIns="0" bIns="0" anchor="ctr"/>
          <a:p>
            <a:pPr algn="ctr"/>
            <a:endParaRPr/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609480" y="1654560"/>
            <a:ext cx="5354640" cy="1896840"/>
          </a:xfrm>
          <a:prstGeom prst="rect">
            <a:avLst/>
          </a:prstGeom>
        </p:spPr>
        <p:txBody>
          <a:bodyPr wrap="none" lIns="0" rIns="0" tIns="0" bIns="0"/>
          <a:p>
            <a:endParaRPr/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6232320" y="1654560"/>
            <a:ext cx="5354640" cy="1896840"/>
          </a:xfrm>
          <a:prstGeom prst="rect">
            <a:avLst/>
          </a:prstGeom>
        </p:spPr>
        <p:txBody>
          <a:bodyPr wrap="none" lIns="0" rIns="0" tIns="0" bIns="0"/>
          <a:p>
            <a:endParaRPr/>
          </a:p>
        </p:txBody>
      </p:sp>
      <p:sp>
        <p:nvSpPr>
          <p:cNvPr id="58" name="PlaceHolder 4"/>
          <p:cNvSpPr>
            <a:spLocks noGrp="1"/>
          </p:cNvSpPr>
          <p:nvPr>
            <p:ph type="body"/>
          </p:nvPr>
        </p:nvSpPr>
        <p:spPr>
          <a:xfrm>
            <a:off x="609480" y="3732120"/>
            <a:ext cx="10972800" cy="1896840"/>
          </a:xfrm>
          <a:prstGeom prst="rect">
            <a:avLst/>
          </a:prstGeom>
        </p:spPr>
        <p:txBody>
          <a:bodyPr wrap="none" lIns="0" rIns="0" tIns="0" bIns="0"/>
          <a:p>
            <a:endParaRPr/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609480" y="261000"/>
            <a:ext cx="9797400" cy="1001880"/>
          </a:xfrm>
          <a:prstGeom prst="rect">
            <a:avLst/>
          </a:prstGeom>
        </p:spPr>
        <p:txBody>
          <a:bodyPr wrap="none" lIns="0" rIns="0" tIns="0" bIns="0" anchor="ctr"/>
          <a:p>
            <a:pPr algn="ctr"/>
            <a:endParaRPr/>
          </a:p>
        </p:txBody>
      </p:sp>
      <p:sp>
        <p:nvSpPr>
          <p:cNvPr id="60" name="PlaceHolder 2"/>
          <p:cNvSpPr>
            <a:spLocks noGrp="1"/>
          </p:cNvSpPr>
          <p:nvPr>
            <p:ph type="body"/>
          </p:nvPr>
        </p:nvSpPr>
        <p:spPr>
          <a:xfrm>
            <a:off x="609480" y="1654560"/>
            <a:ext cx="10972800" cy="1896840"/>
          </a:xfrm>
          <a:prstGeom prst="rect">
            <a:avLst/>
          </a:prstGeom>
        </p:spPr>
        <p:txBody>
          <a:bodyPr wrap="none" lIns="0" rIns="0" tIns="0" bIns="0"/>
          <a:p>
            <a:endParaRPr/>
          </a:p>
        </p:txBody>
      </p:sp>
      <p:sp>
        <p:nvSpPr>
          <p:cNvPr id="61" name="PlaceHolder 3"/>
          <p:cNvSpPr>
            <a:spLocks noGrp="1"/>
          </p:cNvSpPr>
          <p:nvPr>
            <p:ph type="body"/>
          </p:nvPr>
        </p:nvSpPr>
        <p:spPr>
          <a:xfrm>
            <a:off x="609480" y="3732120"/>
            <a:ext cx="10972800" cy="1896840"/>
          </a:xfrm>
          <a:prstGeom prst="rect">
            <a:avLst/>
          </a:prstGeom>
        </p:spPr>
        <p:txBody>
          <a:bodyPr wrap="none" lIns="0" rIns="0" tIns="0" bIns="0"/>
          <a:p>
            <a:endParaRPr/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609480" y="261000"/>
            <a:ext cx="9797400" cy="1001880"/>
          </a:xfrm>
          <a:prstGeom prst="rect">
            <a:avLst/>
          </a:prstGeom>
        </p:spPr>
        <p:txBody>
          <a:bodyPr wrap="none" lIns="0" rIns="0" tIns="0" bIns="0" anchor="ctr"/>
          <a:p>
            <a:pPr algn="ctr"/>
            <a:endParaRPr/>
          </a:p>
        </p:txBody>
      </p:sp>
      <p:sp>
        <p:nvSpPr>
          <p:cNvPr id="63" name="PlaceHolder 2"/>
          <p:cNvSpPr>
            <a:spLocks noGrp="1"/>
          </p:cNvSpPr>
          <p:nvPr>
            <p:ph type="body"/>
          </p:nvPr>
        </p:nvSpPr>
        <p:spPr>
          <a:xfrm>
            <a:off x="609480" y="1654560"/>
            <a:ext cx="5354640" cy="1896840"/>
          </a:xfrm>
          <a:prstGeom prst="rect">
            <a:avLst/>
          </a:prstGeom>
        </p:spPr>
        <p:txBody>
          <a:bodyPr wrap="none" lIns="0" rIns="0" tIns="0" bIns="0"/>
          <a:p>
            <a:endParaRPr/>
          </a:p>
        </p:txBody>
      </p:sp>
      <p:sp>
        <p:nvSpPr>
          <p:cNvPr id="64" name="PlaceHolder 3"/>
          <p:cNvSpPr>
            <a:spLocks noGrp="1"/>
          </p:cNvSpPr>
          <p:nvPr>
            <p:ph type="body"/>
          </p:nvPr>
        </p:nvSpPr>
        <p:spPr>
          <a:xfrm>
            <a:off x="6232320" y="1654560"/>
            <a:ext cx="5354640" cy="1896840"/>
          </a:xfrm>
          <a:prstGeom prst="rect">
            <a:avLst/>
          </a:prstGeom>
        </p:spPr>
        <p:txBody>
          <a:bodyPr wrap="none" lIns="0" rIns="0" tIns="0" bIns="0"/>
          <a:p>
            <a:endParaRPr/>
          </a:p>
        </p:txBody>
      </p:sp>
      <p:sp>
        <p:nvSpPr>
          <p:cNvPr id="65" name="PlaceHolder 4"/>
          <p:cNvSpPr>
            <a:spLocks noGrp="1"/>
          </p:cNvSpPr>
          <p:nvPr>
            <p:ph type="body"/>
          </p:nvPr>
        </p:nvSpPr>
        <p:spPr>
          <a:xfrm>
            <a:off x="6232320" y="3732120"/>
            <a:ext cx="5354640" cy="1896840"/>
          </a:xfrm>
          <a:prstGeom prst="rect">
            <a:avLst/>
          </a:prstGeom>
        </p:spPr>
        <p:txBody>
          <a:bodyPr wrap="none" lIns="0" rIns="0" tIns="0" bIns="0"/>
          <a:p>
            <a:endParaRPr/>
          </a:p>
        </p:txBody>
      </p:sp>
      <p:sp>
        <p:nvSpPr>
          <p:cNvPr id="66" name="PlaceHolder 5"/>
          <p:cNvSpPr>
            <a:spLocks noGrp="1"/>
          </p:cNvSpPr>
          <p:nvPr>
            <p:ph type="body"/>
          </p:nvPr>
        </p:nvSpPr>
        <p:spPr>
          <a:xfrm>
            <a:off x="609480" y="3732120"/>
            <a:ext cx="5354640" cy="1896840"/>
          </a:xfrm>
          <a:prstGeom prst="rect">
            <a:avLst/>
          </a:prstGeom>
        </p:spPr>
        <p:txBody>
          <a:bodyPr wrap="none" lIns="0" rIns="0" tIns="0" bIns="0"/>
          <a:p>
            <a:endParaRPr/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609480" y="261000"/>
            <a:ext cx="9797400" cy="1001880"/>
          </a:xfrm>
          <a:prstGeom prst="rect">
            <a:avLst/>
          </a:prstGeom>
        </p:spPr>
        <p:txBody>
          <a:bodyPr wrap="none" lIns="0" rIns="0" tIns="0" bIns="0" anchor="ctr"/>
          <a:p>
            <a:pPr algn="ctr"/>
            <a:endParaRPr/>
          </a:p>
        </p:txBody>
      </p:sp>
      <p:sp>
        <p:nvSpPr>
          <p:cNvPr id="68" name="PlaceHolder 2"/>
          <p:cNvSpPr>
            <a:spLocks noGrp="1"/>
          </p:cNvSpPr>
          <p:nvPr>
            <p:ph type="body"/>
          </p:nvPr>
        </p:nvSpPr>
        <p:spPr>
          <a:xfrm>
            <a:off x="609480" y="1654560"/>
            <a:ext cx="10972800" cy="3977280"/>
          </a:xfrm>
          <a:prstGeom prst="rect">
            <a:avLst/>
          </a:prstGeom>
        </p:spPr>
        <p:txBody>
          <a:bodyPr wrap="none" lIns="0" rIns="0" tIns="0" bIns="0"/>
          <a:p>
            <a:endParaRPr/>
          </a:p>
        </p:txBody>
      </p:sp>
      <p:sp>
        <p:nvSpPr>
          <p:cNvPr id="69" name="PlaceHolder 3"/>
          <p:cNvSpPr>
            <a:spLocks noGrp="1"/>
          </p:cNvSpPr>
          <p:nvPr>
            <p:ph type="body"/>
          </p:nvPr>
        </p:nvSpPr>
        <p:spPr>
          <a:xfrm>
            <a:off x="609480" y="1654560"/>
            <a:ext cx="10972800" cy="3977280"/>
          </a:xfrm>
          <a:prstGeom prst="rect">
            <a:avLst/>
          </a:prstGeom>
        </p:spPr>
        <p:txBody>
          <a:bodyPr wrap="none" lIns="0" rIns="0" tIns="0" bIns="0"/>
          <a:p>
            <a:endParaRPr/>
          </a:p>
        </p:txBody>
      </p:sp>
      <p:pic>
        <p:nvPicPr>
          <p:cNvPr id="70" name="" descr=""/>
          <p:cNvPicPr/>
          <p:nvPr/>
        </p:nvPicPr>
        <p:blipFill>
          <a:blip r:embed="rId2"/>
          <a:stretch>
            <a:fillRect/>
          </a:stretch>
        </p:blipFill>
        <p:spPr>
          <a:xfrm>
            <a:off x="3603240" y="1654560"/>
            <a:ext cx="4984920" cy="3977280"/>
          </a:xfrm>
          <a:prstGeom prst="rect">
            <a:avLst/>
          </a:prstGeom>
          <a:ln>
            <a:noFill/>
          </a:ln>
        </p:spPr>
      </p:pic>
      <p:pic>
        <p:nvPicPr>
          <p:cNvPr id="71" name="" descr=""/>
          <p:cNvPicPr/>
          <p:nvPr/>
        </p:nvPicPr>
        <p:blipFill>
          <a:blip r:embed="rId3"/>
          <a:stretch>
            <a:fillRect/>
          </a:stretch>
        </p:blipFill>
        <p:spPr>
          <a:xfrm>
            <a:off x="3603240" y="1654560"/>
            <a:ext cx="4984920" cy="3977280"/>
          </a:xfrm>
          <a:prstGeom prst="rect">
            <a:avLst/>
          </a:prstGeom>
          <a:ln>
            <a:noFill/>
          </a:ln>
        </p:spPr>
      </p:pic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laceHolder 1"/>
          <p:cNvSpPr>
            <a:spLocks noGrp="1"/>
          </p:cNvSpPr>
          <p:nvPr>
            <p:ph type="title"/>
          </p:nvPr>
        </p:nvSpPr>
        <p:spPr>
          <a:xfrm>
            <a:off x="609480" y="261000"/>
            <a:ext cx="9797400" cy="1001880"/>
          </a:xfrm>
          <a:prstGeom prst="rect">
            <a:avLst/>
          </a:prstGeom>
        </p:spPr>
        <p:txBody>
          <a:bodyPr wrap="none" lIns="0" rIns="0" tIns="0" bIns="0" anchor="ctr"/>
          <a:p>
            <a:pPr algn="ctr"/>
            <a:endParaRPr/>
          </a:p>
        </p:txBody>
      </p:sp>
      <p:sp>
        <p:nvSpPr>
          <p:cNvPr id="79" name="PlaceHolder 2"/>
          <p:cNvSpPr>
            <a:spLocks noGrp="1"/>
          </p:cNvSpPr>
          <p:nvPr>
            <p:ph type="subTitle"/>
          </p:nvPr>
        </p:nvSpPr>
        <p:spPr>
          <a:xfrm>
            <a:off x="609480" y="1654560"/>
            <a:ext cx="10972800" cy="3977640"/>
          </a:xfrm>
          <a:prstGeom prst="rect">
            <a:avLst/>
          </a:prstGeom>
        </p:spPr>
        <p:txBody>
          <a:bodyPr wrap="none" lIns="0" rIns="0" tIns="0" bIns="0" anchor="ctr"/>
          <a:p>
            <a:pPr algn="ctr"/>
            <a:endParaRPr/>
          </a:p>
        </p:txBody>
      </p:sp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PlaceHolder 1"/>
          <p:cNvSpPr>
            <a:spLocks noGrp="1"/>
          </p:cNvSpPr>
          <p:nvPr>
            <p:ph type="title"/>
          </p:nvPr>
        </p:nvSpPr>
        <p:spPr>
          <a:xfrm>
            <a:off x="609480" y="261000"/>
            <a:ext cx="9797400" cy="1001880"/>
          </a:xfrm>
          <a:prstGeom prst="rect">
            <a:avLst/>
          </a:prstGeom>
        </p:spPr>
        <p:txBody>
          <a:bodyPr wrap="none" lIns="0" rIns="0" tIns="0" bIns="0" anchor="ctr"/>
          <a:p>
            <a:pPr algn="ctr"/>
            <a:endParaRPr/>
          </a:p>
        </p:txBody>
      </p:sp>
      <p:sp>
        <p:nvSpPr>
          <p:cNvPr id="81" name="PlaceHolder 2"/>
          <p:cNvSpPr>
            <a:spLocks noGrp="1"/>
          </p:cNvSpPr>
          <p:nvPr>
            <p:ph type="body"/>
          </p:nvPr>
        </p:nvSpPr>
        <p:spPr>
          <a:xfrm>
            <a:off x="609480" y="1654560"/>
            <a:ext cx="10972800" cy="3977280"/>
          </a:xfrm>
          <a:prstGeom prst="rect">
            <a:avLst/>
          </a:prstGeom>
        </p:spPr>
        <p:txBody>
          <a:bodyPr wrap="none" lIns="0" rIns="0" tIns="0" bIns="0"/>
          <a:p>
            <a:endParaRPr/>
          </a:p>
        </p:txBody>
      </p:sp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609480" y="261000"/>
            <a:ext cx="9797400" cy="1001880"/>
          </a:xfrm>
          <a:prstGeom prst="rect">
            <a:avLst/>
          </a:prstGeom>
        </p:spPr>
        <p:txBody>
          <a:bodyPr wrap="none" lIns="0" rIns="0" tIns="0" bIns="0" anchor="ctr"/>
          <a:p>
            <a:pPr algn="ctr"/>
            <a:endParaRPr/>
          </a:p>
        </p:txBody>
      </p:sp>
      <p:sp>
        <p:nvSpPr>
          <p:cNvPr id="83" name="PlaceHolder 2"/>
          <p:cNvSpPr>
            <a:spLocks noGrp="1"/>
          </p:cNvSpPr>
          <p:nvPr>
            <p:ph type="body"/>
          </p:nvPr>
        </p:nvSpPr>
        <p:spPr>
          <a:xfrm>
            <a:off x="609480" y="1654560"/>
            <a:ext cx="5354640" cy="3977280"/>
          </a:xfrm>
          <a:prstGeom prst="rect">
            <a:avLst/>
          </a:prstGeom>
        </p:spPr>
        <p:txBody>
          <a:bodyPr wrap="none" lIns="0" rIns="0" tIns="0" bIns="0"/>
          <a:p>
            <a:endParaRPr/>
          </a:p>
        </p:txBody>
      </p:sp>
      <p:sp>
        <p:nvSpPr>
          <p:cNvPr id="84" name="PlaceHolder 3"/>
          <p:cNvSpPr>
            <a:spLocks noGrp="1"/>
          </p:cNvSpPr>
          <p:nvPr>
            <p:ph type="body"/>
          </p:nvPr>
        </p:nvSpPr>
        <p:spPr>
          <a:xfrm>
            <a:off x="6232320" y="1654560"/>
            <a:ext cx="5354640" cy="3977280"/>
          </a:xfrm>
          <a:prstGeom prst="rect">
            <a:avLst/>
          </a:prstGeom>
        </p:spPr>
        <p:txBody>
          <a:bodyPr wrap="none" lIns="0" rIns="0" tIns="0" bIns="0"/>
          <a:p>
            <a:endParaRPr/>
          </a:p>
        </p:txBody>
      </p:sp>
    </p:spTree>
  </p:cSld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laceHolder 1"/>
          <p:cNvSpPr>
            <a:spLocks noGrp="1"/>
          </p:cNvSpPr>
          <p:nvPr>
            <p:ph type="title"/>
          </p:nvPr>
        </p:nvSpPr>
        <p:spPr>
          <a:xfrm>
            <a:off x="609480" y="261000"/>
            <a:ext cx="9797400" cy="1001880"/>
          </a:xfrm>
          <a:prstGeom prst="rect">
            <a:avLst/>
          </a:prstGeom>
        </p:spPr>
        <p:txBody>
          <a:bodyPr wrap="none" lIns="0" rIns="0" tIns="0" bIns="0" anchor="ctr"/>
          <a:p>
            <a:pPr algn="ctr"/>
            <a:endParaRPr/>
          </a:p>
        </p:txBody>
      </p:sp>
    </p:spTree>
  </p:cSld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subTitle"/>
          </p:nvPr>
        </p:nvSpPr>
        <p:spPr>
          <a:xfrm>
            <a:off x="609480" y="261000"/>
            <a:ext cx="9797400" cy="4644000"/>
          </a:xfrm>
          <a:prstGeom prst="rect">
            <a:avLst/>
          </a:prstGeom>
        </p:spPr>
        <p:txBody>
          <a:bodyPr wrap="none" lIns="0" rIns="0" tIns="0" bIns="0" anchor="ctr"/>
          <a:p>
            <a:pPr algn="ctr"/>
            <a:endParaRPr/>
          </a:p>
        </p:txBody>
      </p:sp>
    </p:spTree>
  </p:cSld>
</p:sldLayout>
</file>

<file path=ppt/slideLayouts/slideLayout31.xml><?xml version="1.0" encoding="utf-8"?>
<p:sldLayout xmlns:a="http://schemas.openxmlformats.org/drawingml/2006/main" xmlns:p="http://schemas.openxmlformats.org/presentationml/2006/main" xmlns:r="http://schemas.openxmlformats.org/officeDocument/2006/relationships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609480" y="261000"/>
            <a:ext cx="9797400" cy="1001880"/>
          </a:xfrm>
          <a:prstGeom prst="rect">
            <a:avLst/>
          </a:prstGeom>
        </p:spPr>
        <p:txBody>
          <a:bodyPr wrap="none" lIns="0" rIns="0" tIns="0" bIns="0" anchor="ctr"/>
          <a:p>
            <a:pPr algn="ctr"/>
            <a:endParaRPr/>
          </a:p>
        </p:txBody>
      </p:sp>
      <p:sp>
        <p:nvSpPr>
          <p:cNvPr id="88" name="PlaceHolder 2"/>
          <p:cNvSpPr>
            <a:spLocks noGrp="1"/>
          </p:cNvSpPr>
          <p:nvPr>
            <p:ph type="body"/>
          </p:nvPr>
        </p:nvSpPr>
        <p:spPr>
          <a:xfrm>
            <a:off x="609480" y="1654560"/>
            <a:ext cx="5354640" cy="1896840"/>
          </a:xfrm>
          <a:prstGeom prst="rect">
            <a:avLst/>
          </a:prstGeom>
        </p:spPr>
        <p:txBody>
          <a:bodyPr wrap="none" lIns="0" rIns="0" tIns="0" bIns="0"/>
          <a:p>
            <a:endParaRPr/>
          </a:p>
        </p:txBody>
      </p:sp>
      <p:sp>
        <p:nvSpPr>
          <p:cNvPr id="89" name="PlaceHolder 3"/>
          <p:cNvSpPr>
            <a:spLocks noGrp="1"/>
          </p:cNvSpPr>
          <p:nvPr>
            <p:ph type="body"/>
          </p:nvPr>
        </p:nvSpPr>
        <p:spPr>
          <a:xfrm>
            <a:off x="609480" y="3732120"/>
            <a:ext cx="5354640" cy="1896840"/>
          </a:xfrm>
          <a:prstGeom prst="rect">
            <a:avLst/>
          </a:prstGeom>
        </p:spPr>
        <p:txBody>
          <a:bodyPr wrap="none" lIns="0" rIns="0" tIns="0" bIns="0"/>
          <a:p>
            <a:endParaRPr/>
          </a:p>
        </p:txBody>
      </p:sp>
      <p:sp>
        <p:nvSpPr>
          <p:cNvPr id="90" name="PlaceHolder 4"/>
          <p:cNvSpPr>
            <a:spLocks noGrp="1"/>
          </p:cNvSpPr>
          <p:nvPr>
            <p:ph type="body"/>
          </p:nvPr>
        </p:nvSpPr>
        <p:spPr>
          <a:xfrm>
            <a:off x="6232320" y="1654560"/>
            <a:ext cx="5354640" cy="3977280"/>
          </a:xfrm>
          <a:prstGeom prst="rect">
            <a:avLst/>
          </a:prstGeom>
        </p:spPr>
        <p:txBody>
          <a:bodyPr wrap="none" lIns="0" rIns="0" tIns="0" bIns="0"/>
          <a:p>
            <a:endParaRPr/>
          </a:p>
        </p:txBody>
      </p:sp>
    </p:spTree>
  </p:cSld>
</p:sldLayout>
</file>

<file path=ppt/slideLayouts/slideLayout32.xml><?xml version="1.0" encoding="utf-8"?>
<p:sldLayout xmlns:a="http://schemas.openxmlformats.org/drawingml/2006/main" xmlns:p="http://schemas.openxmlformats.org/presentationml/2006/main" xmlns:r="http://schemas.openxmlformats.org/officeDocument/2006/relationships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609480" y="261000"/>
            <a:ext cx="9797400" cy="1001880"/>
          </a:xfrm>
          <a:prstGeom prst="rect">
            <a:avLst/>
          </a:prstGeom>
        </p:spPr>
        <p:txBody>
          <a:bodyPr wrap="none" lIns="0" rIns="0" tIns="0" bIns="0" anchor="ctr"/>
          <a:p>
            <a:pPr algn="ctr"/>
            <a:endParaRPr/>
          </a:p>
        </p:txBody>
      </p:sp>
      <p:sp>
        <p:nvSpPr>
          <p:cNvPr id="92" name="PlaceHolder 2"/>
          <p:cNvSpPr>
            <a:spLocks noGrp="1"/>
          </p:cNvSpPr>
          <p:nvPr>
            <p:ph type="body"/>
          </p:nvPr>
        </p:nvSpPr>
        <p:spPr>
          <a:xfrm>
            <a:off x="609480" y="1654560"/>
            <a:ext cx="5354640" cy="3977280"/>
          </a:xfrm>
          <a:prstGeom prst="rect">
            <a:avLst/>
          </a:prstGeom>
        </p:spPr>
        <p:txBody>
          <a:bodyPr wrap="none" lIns="0" rIns="0" tIns="0" bIns="0"/>
          <a:p>
            <a:endParaRPr/>
          </a:p>
        </p:txBody>
      </p:sp>
      <p:sp>
        <p:nvSpPr>
          <p:cNvPr id="93" name="PlaceHolder 3"/>
          <p:cNvSpPr>
            <a:spLocks noGrp="1"/>
          </p:cNvSpPr>
          <p:nvPr>
            <p:ph type="body"/>
          </p:nvPr>
        </p:nvSpPr>
        <p:spPr>
          <a:xfrm>
            <a:off x="6232320" y="1654560"/>
            <a:ext cx="5354640" cy="1896840"/>
          </a:xfrm>
          <a:prstGeom prst="rect">
            <a:avLst/>
          </a:prstGeom>
        </p:spPr>
        <p:txBody>
          <a:bodyPr wrap="none" lIns="0" rIns="0" tIns="0" bIns="0"/>
          <a:p>
            <a:endParaRPr/>
          </a:p>
        </p:txBody>
      </p:sp>
      <p:sp>
        <p:nvSpPr>
          <p:cNvPr id="94" name="PlaceHolder 4"/>
          <p:cNvSpPr>
            <a:spLocks noGrp="1"/>
          </p:cNvSpPr>
          <p:nvPr>
            <p:ph type="body"/>
          </p:nvPr>
        </p:nvSpPr>
        <p:spPr>
          <a:xfrm>
            <a:off x="6232320" y="3732120"/>
            <a:ext cx="5354640" cy="1896840"/>
          </a:xfrm>
          <a:prstGeom prst="rect">
            <a:avLst/>
          </a:prstGeom>
        </p:spPr>
        <p:txBody>
          <a:bodyPr wrap="none" lIns="0" rIns="0" tIns="0" bIns="0"/>
          <a:p>
            <a:endParaRPr/>
          </a:p>
        </p:txBody>
      </p:sp>
    </p:spTree>
  </p:cSld>
</p:sldLayout>
</file>

<file path=ppt/slideLayouts/slideLayout33.xml><?xml version="1.0" encoding="utf-8"?>
<p:sldLayout xmlns:a="http://schemas.openxmlformats.org/drawingml/2006/main" xmlns:p="http://schemas.openxmlformats.org/presentationml/2006/main" xmlns:r="http://schemas.openxmlformats.org/officeDocument/2006/relationships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title"/>
          </p:nvPr>
        </p:nvSpPr>
        <p:spPr>
          <a:xfrm>
            <a:off x="609480" y="261000"/>
            <a:ext cx="9797400" cy="1001880"/>
          </a:xfrm>
          <a:prstGeom prst="rect">
            <a:avLst/>
          </a:prstGeom>
        </p:spPr>
        <p:txBody>
          <a:bodyPr wrap="none" lIns="0" rIns="0" tIns="0" bIns="0" anchor="ctr"/>
          <a:p>
            <a:pPr algn="ctr"/>
            <a:endParaRPr/>
          </a:p>
        </p:txBody>
      </p:sp>
      <p:sp>
        <p:nvSpPr>
          <p:cNvPr id="96" name="PlaceHolder 2"/>
          <p:cNvSpPr>
            <a:spLocks noGrp="1"/>
          </p:cNvSpPr>
          <p:nvPr>
            <p:ph type="body"/>
          </p:nvPr>
        </p:nvSpPr>
        <p:spPr>
          <a:xfrm>
            <a:off x="609480" y="1654560"/>
            <a:ext cx="5354640" cy="1896840"/>
          </a:xfrm>
          <a:prstGeom prst="rect">
            <a:avLst/>
          </a:prstGeom>
        </p:spPr>
        <p:txBody>
          <a:bodyPr wrap="none" lIns="0" rIns="0" tIns="0" bIns="0"/>
          <a:p>
            <a:endParaRPr/>
          </a:p>
        </p:txBody>
      </p:sp>
      <p:sp>
        <p:nvSpPr>
          <p:cNvPr id="97" name="PlaceHolder 3"/>
          <p:cNvSpPr>
            <a:spLocks noGrp="1"/>
          </p:cNvSpPr>
          <p:nvPr>
            <p:ph type="body"/>
          </p:nvPr>
        </p:nvSpPr>
        <p:spPr>
          <a:xfrm>
            <a:off x="6232320" y="1654560"/>
            <a:ext cx="5354640" cy="1896840"/>
          </a:xfrm>
          <a:prstGeom prst="rect">
            <a:avLst/>
          </a:prstGeom>
        </p:spPr>
        <p:txBody>
          <a:bodyPr wrap="none" lIns="0" rIns="0" tIns="0" bIns="0"/>
          <a:p>
            <a:endParaRPr/>
          </a:p>
        </p:txBody>
      </p:sp>
      <p:sp>
        <p:nvSpPr>
          <p:cNvPr id="98" name="PlaceHolder 4"/>
          <p:cNvSpPr>
            <a:spLocks noGrp="1"/>
          </p:cNvSpPr>
          <p:nvPr>
            <p:ph type="body"/>
          </p:nvPr>
        </p:nvSpPr>
        <p:spPr>
          <a:xfrm>
            <a:off x="609480" y="3732120"/>
            <a:ext cx="10972800" cy="1896840"/>
          </a:xfrm>
          <a:prstGeom prst="rect">
            <a:avLst/>
          </a:prstGeom>
        </p:spPr>
        <p:txBody>
          <a:bodyPr wrap="none" lIns="0" rIns="0" tIns="0" bIns="0"/>
          <a:p>
            <a:endParaRPr/>
          </a:p>
        </p:txBody>
      </p:sp>
    </p:spTree>
  </p:cSld>
</p:sldLayout>
</file>

<file path=ppt/slideLayouts/slideLayout34.xml><?xml version="1.0" encoding="utf-8"?>
<p:sldLayout xmlns:a="http://schemas.openxmlformats.org/drawingml/2006/main" xmlns:p="http://schemas.openxmlformats.org/presentationml/2006/main" xmlns:r="http://schemas.openxmlformats.org/officeDocument/2006/relationships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title"/>
          </p:nvPr>
        </p:nvSpPr>
        <p:spPr>
          <a:xfrm>
            <a:off x="609480" y="261000"/>
            <a:ext cx="9797400" cy="1001880"/>
          </a:xfrm>
          <a:prstGeom prst="rect">
            <a:avLst/>
          </a:prstGeom>
        </p:spPr>
        <p:txBody>
          <a:bodyPr wrap="none" lIns="0" rIns="0" tIns="0" bIns="0" anchor="ctr"/>
          <a:p>
            <a:pPr algn="ctr"/>
            <a:endParaRPr/>
          </a:p>
        </p:txBody>
      </p:sp>
      <p:sp>
        <p:nvSpPr>
          <p:cNvPr id="100" name="PlaceHolder 2"/>
          <p:cNvSpPr>
            <a:spLocks noGrp="1"/>
          </p:cNvSpPr>
          <p:nvPr>
            <p:ph type="body"/>
          </p:nvPr>
        </p:nvSpPr>
        <p:spPr>
          <a:xfrm>
            <a:off x="609480" y="1654560"/>
            <a:ext cx="10972800" cy="1896840"/>
          </a:xfrm>
          <a:prstGeom prst="rect">
            <a:avLst/>
          </a:prstGeom>
        </p:spPr>
        <p:txBody>
          <a:bodyPr wrap="none" lIns="0" rIns="0" tIns="0" bIns="0"/>
          <a:p>
            <a:endParaRPr/>
          </a:p>
        </p:txBody>
      </p:sp>
      <p:sp>
        <p:nvSpPr>
          <p:cNvPr id="101" name="PlaceHolder 3"/>
          <p:cNvSpPr>
            <a:spLocks noGrp="1"/>
          </p:cNvSpPr>
          <p:nvPr>
            <p:ph type="body"/>
          </p:nvPr>
        </p:nvSpPr>
        <p:spPr>
          <a:xfrm>
            <a:off x="609480" y="3732120"/>
            <a:ext cx="10972800" cy="1896840"/>
          </a:xfrm>
          <a:prstGeom prst="rect">
            <a:avLst/>
          </a:prstGeom>
        </p:spPr>
        <p:txBody>
          <a:bodyPr wrap="none" lIns="0" rIns="0" tIns="0" bIns="0"/>
          <a:p>
            <a:endParaRPr/>
          </a:p>
        </p:txBody>
      </p:sp>
    </p:spTree>
  </p:cSld>
</p:sldLayout>
</file>

<file path=ppt/slideLayouts/slideLayout35.xml><?xml version="1.0" encoding="utf-8"?>
<p:sldLayout xmlns:a="http://schemas.openxmlformats.org/drawingml/2006/main" xmlns:p="http://schemas.openxmlformats.org/presentationml/2006/main" xmlns:r="http://schemas.openxmlformats.org/officeDocument/2006/relationships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609480" y="261000"/>
            <a:ext cx="9797400" cy="1001880"/>
          </a:xfrm>
          <a:prstGeom prst="rect">
            <a:avLst/>
          </a:prstGeom>
        </p:spPr>
        <p:txBody>
          <a:bodyPr wrap="none" lIns="0" rIns="0" tIns="0" bIns="0" anchor="ctr"/>
          <a:p>
            <a:pPr algn="ctr"/>
            <a:endParaRPr/>
          </a:p>
        </p:txBody>
      </p:sp>
      <p:sp>
        <p:nvSpPr>
          <p:cNvPr id="103" name="PlaceHolder 2"/>
          <p:cNvSpPr>
            <a:spLocks noGrp="1"/>
          </p:cNvSpPr>
          <p:nvPr>
            <p:ph type="body"/>
          </p:nvPr>
        </p:nvSpPr>
        <p:spPr>
          <a:xfrm>
            <a:off x="609480" y="1654560"/>
            <a:ext cx="5354640" cy="1896840"/>
          </a:xfrm>
          <a:prstGeom prst="rect">
            <a:avLst/>
          </a:prstGeom>
        </p:spPr>
        <p:txBody>
          <a:bodyPr wrap="none" lIns="0" rIns="0" tIns="0" bIns="0"/>
          <a:p>
            <a:endParaRPr/>
          </a:p>
        </p:txBody>
      </p:sp>
      <p:sp>
        <p:nvSpPr>
          <p:cNvPr id="104" name="PlaceHolder 3"/>
          <p:cNvSpPr>
            <a:spLocks noGrp="1"/>
          </p:cNvSpPr>
          <p:nvPr>
            <p:ph type="body"/>
          </p:nvPr>
        </p:nvSpPr>
        <p:spPr>
          <a:xfrm>
            <a:off x="6232320" y="1654560"/>
            <a:ext cx="5354640" cy="1896840"/>
          </a:xfrm>
          <a:prstGeom prst="rect">
            <a:avLst/>
          </a:prstGeom>
        </p:spPr>
        <p:txBody>
          <a:bodyPr wrap="none" lIns="0" rIns="0" tIns="0" bIns="0"/>
          <a:p>
            <a:endParaRPr/>
          </a:p>
        </p:txBody>
      </p:sp>
      <p:sp>
        <p:nvSpPr>
          <p:cNvPr id="105" name="PlaceHolder 4"/>
          <p:cNvSpPr>
            <a:spLocks noGrp="1"/>
          </p:cNvSpPr>
          <p:nvPr>
            <p:ph type="body"/>
          </p:nvPr>
        </p:nvSpPr>
        <p:spPr>
          <a:xfrm>
            <a:off x="6232320" y="3732120"/>
            <a:ext cx="5354640" cy="1896840"/>
          </a:xfrm>
          <a:prstGeom prst="rect">
            <a:avLst/>
          </a:prstGeom>
        </p:spPr>
        <p:txBody>
          <a:bodyPr wrap="none" lIns="0" rIns="0" tIns="0" bIns="0"/>
          <a:p>
            <a:endParaRPr/>
          </a:p>
        </p:txBody>
      </p:sp>
      <p:sp>
        <p:nvSpPr>
          <p:cNvPr id="106" name="PlaceHolder 5"/>
          <p:cNvSpPr>
            <a:spLocks noGrp="1"/>
          </p:cNvSpPr>
          <p:nvPr>
            <p:ph type="body"/>
          </p:nvPr>
        </p:nvSpPr>
        <p:spPr>
          <a:xfrm>
            <a:off x="609480" y="3732120"/>
            <a:ext cx="5354640" cy="1896840"/>
          </a:xfrm>
          <a:prstGeom prst="rect">
            <a:avLst/>
          </a:prstGeom>
        </p:spPr>
        <p:txBody>
          <a:bodyPr wrap="none" lIns="0" rIns="0" tIns="0" bIns="0"/>
          <a:p>
            <a:endParaRPr/>
          </a:p>
        </p:txBody>
      </p:sp>
    </p:spTree>
  </p:cSld>
</p:sldLayout>
</file>

<file path=ppt/slideLayouts/slideLayout36.xml><?xml version="1.0" encoding="utf-8"?>
<p:sldLayout xmlns:a="http://schemas.openxmlformats.org/drawingml/2006/main" xmlns:p="http://schemas.openxmlformats.org/presentationml/2006/main" xmlns:r="http://schemas.openxmlformats.org/officeDocument/2006/relationships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1"/>
          <p:cNvSpPr>
            <a:spLocks noGrp="1"/>
          </p:cNvSpPr>
          <p:nvPr>
            <p:ph type="title"/>
          </p:nvPr>
        </p:nvSpPr>
        <p:spPr>
          <a:xfrm>
            <a:off x="609480" y="261000"/>
            <a:ext cx="9797400" cy="1001880"/>
          </a:xfrm>
          <a:prstGeom prst="rect">
            <a:avLst/>
          </a:prstGeom>
        </p:spPr>
        <p:txBody>
          <a:bodyPr wrap="none" lIns="0" rIns="0" tIns="0" bIns="0" anchor="ctr"/>
          <a:p>
            <a:pPr algn="ctr"/>
            <a:endParaRPr/>
          </a:p>
        </p:txBody>
      </p:sp>
      <p:sp>
        <p:nvSpPr>
          <p:cNvPr id="108" name="PlaceHolder 2"/>
          <p:cNvSpPr>
            <a:spLocks noGrp="1"/>
          </p:cNvSpPr>
          <p:nvPr>
            <p:ph type="body"/>
          </p:nvPr>
        </p:nvSpPr>
        <p:spPr>
          <a:xfrm>
            <a:off x="609480" y="1654560"/>
            <a:ext cx="10972800" cy="3977280"/>
          </a:xfrm>
          <a:prstGeom prst="rect">
            <a:avLst/>
          </a:prstGeom>
        </p:spPr>
        <p:txBody>
          <a:bodyPr wrap="none" lIns="0" rIns="0" tIns="0" bIns="0"/>
          <a:p>
            <a:endParaRPr/>
          </a:p>
        </p:txBody>
      </p:sp>
      <p:sp>
        <p:nvSpPr>
          <p:cNvPr id="109" name="PlaceHolder 3"/>
          <p:cNvSpPr>
            <a:spLocks noGrp="1"/>
          </p:cNvSpPr>
          <p:nvPr>
            <p:ph type="body"/>
          </p:nvPr>
        </p:nvSpPr>
        <p:spPr>
          <a:xfrm>
            <a:off x="609480" y="1654560"/>
            <a:ext cx="10972800" cy="3977280"/>
          </a:xfrm>
          <a:prstGeom prst="rect">
            <a:avLst/>
          </a:prstGeom>
        </p:spPr>
        <p:txBody>
          <a:bodyPr wrap="none" lIns="0" rIns="0" tIns="0" bIns="0"/>
          <a:p>
            <a:endParaRPr/>
          </a:p>
        </p:txBody>
      </p:sp>
      <p:pic>
        <p:nvPicPr>
          <p:cNvPr id="110" name="" descr=""/>
          <p:cNvPicPr/>
          <p:nvPr/>
        </p:nvPicPr>
        <p:blipFill>
          <a:blip r:embed="rId2"/>
          <a:stretch>
            <a:fillRect/>
          </a:stretch>
        </p:blipFill>
        <p:spPr>
          <a:xfrm>
            <a:off x="3603240" y="1654560"/>
            <a:ext cx="4984920" cy="3977280"/>
          </a:xfrm>
          <a:prstGeom prst="rect">
            <a:avLst/>
          </a:prstGeom>
          <a:ln>
            <a:noFill/>
          </a:ln>
        </p:spPr>
      </p:pic>
      <p:pic>
        <p:nvPicPr>
          <p:cNvPr id="111" name="" descr=""/>
          <p:cNvPicPr/>
          <p:nvPr/>
        </p:nvPicPr>
        <p:blipFill>
          <a:blip r:embed="rId3"/>
          <a:stretch>
            <a:fillRect/>
          </a:stretch>
        </p:blipFill>
        <p:spPr>
          <a:xfrm>
            <a:off x="3603240" y="1654560"/>
            <a:ext cx="4984920" cy="3977280"/>
          </a:xfrm>
          <a:prstGeom prst="rect">
            <a:avLst/>
          </a:prstGeom>
          <a:ln>
            <a:noFill/>
          </a:ln>
        </p:spPr>
      </p:pic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image" Target="../media/image5.png"/><Relationship Id="rId3" Type="http://schemas.openxmlformats.org/officeDocument/2006/relationships/slideLayout" Target="../slideLayouts/slideLayout25.xml"/><Relationship Id="rId4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7.xml"/><Relationship Id="rId6" Type="http://schemas.openxmlformats.org/officeDocument/2006/relationships/slideLayout" Target="../slideLayouts/slideLayout28.xml"/><Relationship Id="rId7" Type="http://schemas.openxmlformats.org/officeDocument/2006/relationships/slideLayout" Target="../slideLayouts/slideLayout29.xml"/><Relationship Id="rId8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32.xml"/><Relationship Id="rId11" Type="http://schemas.openxmlformats.org/officeDocument/2006/relationships/slideLayout" Target="../slideLayouts/slideLayout33.xml"/><Relationship Id="rId12" Type="http://schemas.openxmlformats.org/officeDocument/2006/relationships/slideLayout" Target="../slideLayouts/slideLayout34.xml"/><Relationship Id="rId13" Type="http://schemas.openxmlformats.org/officeDocument/2006/relationships/slideLayout" Target="../slideLayouts/slideLayout35.xml"/><Relationship Id="rId14" Type="http://schemas.openxmlformats.org/officeDocument/2006/relationships/slideLayout" Target="../slideLayouts/slideLayout36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5160"/>
          </a:xfrm>
          <a:prstGeom prst="rect">
            <a:avLst/>
          </a:prstGeom>
        </p:spPr>
        <p:txBody>
          <a:bodyPr wrap="none" lIns="0" rIns="0" tIns="0" bIns="0" anchor="ctr"/>
          <a:p>
            <a:r>
              <a:rPr lang="es-ES"/>
              <a:t>Pulse para editar el formato del texto de título</a:t>
            </a:r>
            <a:endParaRPr/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wrap="none" lIns="0" rIns="0" tIns="0" bIns="0"/>
          <a:p>
            <a:pPr>
              <a:buSzPct val="25000"/>
              <a:buFont typeface="StarSymbol"/>
              <a:buChar char=""/>
            </a:pPr>
            <a:r>
              <a:rPr lang="es-ES"/>
              <a:t>Pulse para editar el formato de esquema del texto</a:t>
            </a:r>
            <a:endParaRPr/>
          </a:p>
          <a:p>
            <a:pPr lvl="1">
              <a:buSzPct val="25000"/>
              <a:buFont typeface="StarSymbol"/>
              <a:buChar char=""/>
            </a:pPr>
            <a:r>
              <a:rPr lang="es-ES"/>
              <a:t>Segundo nivel del esquema</a:t>
            </a:r>
            <a:endParaRPr/>
          </a:p>
          <a:p>
            <a:pPr lvl="2">
              <a:buSzPct val="25000"/>
              <a:buFont typeface="StarSymbol"/>
              <a:buChar char=""/>
            </a:pPr>
            <a:r>
              <a:rPr lang="es-ES"/>
              <a:t>Tercer nivel del esquema</a:t>
            </a:r>
            <a:endParaRPr/>
          </a:p>
          <a:p>
            <a:pPr lvl="3">
              <a:buSzPct val="25000"/>
              <a:buFont typeface="StarSymbol"/>
              <a:buChar char=""/>
            </a:pPr>
            <a:r>
              <a:rPr lang="es-ES"/>
              <a:t>Cuarto nivel del esquema</a:t>
            </a:r>
            <a:endParaRPr/>
          </a:p>
          <a:p>
            <a:pPr lvl="4">
              <a:buSzPct val="25000"/>
              <a:buFont typeface="StarSymbol"/>
              <a:buChar char=""/>
            </a:pPr>
            <a:r>
              <a:rPr lang="es-ES"/>
              <a:t>Quinto nivel del esquema</a:t>
            </a:r>
            <a:endParaRPr/>
          </a:p>
          <a:p>
            <a:pPr lvl="5">
              <a:buSzPct val="25000"/>
              <a:buFont typeface="StarSymbol"/>
              <a:buChar char=""/>
            </a:pPr>
            <a:r>
              <a:rPr lang="es-ES"/>
              <a:t>Sexto nivel del esquema</a:t>
            </a:r>
            <a:endParaRPr/>
          </a:p>
          <a:p>
            <a:pPr lvl="6">
              <a:buSzPct val="25000"/>
              <a:buFont typeface="StarSymbol"/>
              <a:buChar char=""/>
            </a:pPr>
            <a:r>
              <a:rPr lang="es-ES"/>
              <a:t>Séptimo nivel del esquema</a:t>
            </a:r>
            <a:endParaRPr/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wrap="none" lIns="0" rIns="0" tIns="0" bIns="0" anchor="ctr"/>
          <a:p>
            <a:pPr algn="ctr"/>
            <a:r>
              <a:rPr lang="es-ES"/>
              <a:t>Pulse para editar el formato del texto de título</a:t>
            </a:r>
            <a:endParaRPr/>
          </a:p>
        </p:txBody>
      </p:sp>
      <p:sp>
        <p:nvSpPr>
          <p:cNvPr id="3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wrap="none" lIns="0" rIns="0" tIns="0" bIns="0"/>
          <a:p>
            <a:pPr>
              <a:buSzPct val="25000"/>
              <a:buFont typeface="StarSymbol"/>
              <a:buChar char=""/>
            </a:pPr>
            <a:r>
              <a:rPr lang="es-ES"/>
              <a:t>Pulse para editar el formato de esquema del texto</a:t>
            </a:r>
            <a:endParaRPr/>
          </a:p>
          <a:p>
            <a:pPr lvl="1">
              <a:buSzPct val="25000"/>
              <a:buFont typeface="StarSymbol"/>
              <a:buChar char=""/>
            </a:pPr>
            <a:r>
              <a:rPr lang="es-ES"/>
              <a:t>Segundo nivel del esquema</a:t>
            </a:r>
            <a:endParaRPr/>
          </a:p>
          <a:p>
            <a:pPr lvl="2">
              <a:buSzPct val="25000"/>
              <a:buFont typeface="StarSymbol"/>
              <a:buChar char=""/>
            </a:pPr>
            <a:r>
              <a:rPr lang="es-ES"/>
              <a:t>Tercer nivel del esquema</a:t>
            </a:r>
            <a:endParaRPr/>
          </a:p>
          <a:p>
            <a:pPr lvl="3">
              <a:buSzPct val="25000"/>
              <a:buFont typeface="StarSymbol"/>
              <a:buChar char=""/>
            </a:pPr>
            <a:r>
              <a:rPr lang="es-ES"/>
              <a:t>Cuarto nivel del esquema</a:t>
            </a:r>
            <a:endParaRPr/>
          </a:p>
          <a:p>
            <a:pPr lvl="4">
              <a:buSzPct val="25000"/>
              <a:buFont typeface="StarSymbol"/>
              <a:buChar char=""/>
            </a:pPr>
            <a:r>
              <a:rPr lang="es-ES"/>
              <a:t>Quinto nivel del esquema</a:t>
            </a:r>
            <a:endParaRPr/>
          </a:p>
          <a:p>
            <a:pPr lvl="5">
              <a:buSzPct val="25000"/>
              <a:buFont typeface="StarSymbol"/>
              <a:buChar char=""/>
            </a:pPr>
            <a:r>
              <a:rPr lang="es-ES"/>
              <a:t>Sexto nivel del esquema</a:t>
            </a:r>
            <a:endParaRPr/>
          </a:p>
          <a:p>
            <a:pPr lvl="6">
              <a:buSzPct val="25000"/>
              <a:buFont typeface="StarSymbol"/>
              <a:buChar char=""/>
            </a:pPr>
            <a:r>
              <a:rPr lang="es-ES"/>
              <a:t>Séptimo nivel del esquema</a:t>
            </a:r>
            <a:endParaRPr/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" descr="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760" cy="6854040"/>
          </a:xfrm>
          <a:prstGeom prst="rect">
            <a:avLst/>
          </a:prstGeom>
          <a:ln>
            <a:noFill/>
          </a:ln>
        </p:spPr>
      </p:pic>
      <p:sp>
        <p:nvSpPr>
          <p:cNvPr id="73" name="PlaceHolder 1"/>
          <p:cNvSpPr>
            <a:spLocks noGrp="1"/>
          </p:cNvSpPr>
          <p:nvPr>
            <p:ph type="title"/>
          </p:nvPr>
        </p:nvSpPr>
        <p:spPr>
          <a:xfrm>
            <a:off x="609480" y="261000"/>
            <a:ext cx="9797400" cy="1001520"/>
          </a:xfrm>
          <a:prstGeom prst="rect">
            <a:avLst/>
          </a:prstGeom>
        </p:spPr>
        <p:txBody>
          <a:bodyPr wrap="none" lIns="0" rIns="0" tIns="0" bIns="0" anchor="ctr"/>
          <a:p>
            <a:pPr algn="ctr"/>
            <a:r>
              <a:rPr lang="es-ES"/>
              <a:t>Pulse para editar el formato del texto de título</a:t>
            </a:r>
            <a:endParaRPr/>
          </a:p>
        </p:txBody>
      </p:sp>
      <p:sp>
        <p:nvSpPr>
          <p:cNvPr id="74" name="PlaceHolder 2"/>
          <p:cNvSpPr>
            <a:spLocks noGrp="1"/>
          </p:cNvSpPr>
          <p:nvPr>
            <p:ph type="body"/>
          </p:nvPr>
        </p:nvSpPr>
        <p:spPr>
          <a:xfrm>
            <a:off x="609480" y="1654560"/>
            <a:ext cx="10972800" cy="3977280"/>
          </a:xfrm>
          <a:prstGeom prst="rect">
            <a:avLst/>
          </a:prstGeom>
        </p:spPr>
        <p:txBody>
          <a:bodyPr wrap="none" lIns="0" rIns="0" tIns="0" bIns="0"/>
          <a:p>
            <a:pPr>
              <a:buSzPct val="25000"/>
              <a:buFont typeface="StarSymbol"/>
              <a:buChar char=""/>
            </a:pPr>
            <a:r>
              <a:rPr lang="es-ES"/>
              <a:t>Pulse para editar el formato de esquema del texto</a:t>
            </a:r>
            <a:endParaRPr/>
          </a:p>
          <a:p>
            <a:pPr lvl="1">
              <a:buSzPct val="25000"/>
              <a:buFont typeface="StarSymbol"/>
              <a:buChar char=""/>
            </a:pPr>
            <a:r>
              <a:rPr lang="es-ES"/>
              <a:t>Segundo nivel del esquema</a:t>
            </a:r>
            <a:endParaRPr/>
          </a:p>
          <a:p>
            <a:pPr lvl="2">
              <a:buSzPct val="25000"/>
              <a:buFont typeface="StarSymbol"/>
              <a:buChar char=""/>
            </a:pPr>
            <a:r>
              <a:rPr lang="es-ES"/>
              <a:t>Tercer nivel del esquema</a:t>
            </a:r>
            <a:endParaRPr/>
          </a:p>
          <a:p>
            <a:pPr lvl="3">
              <a:buSzPct val="25000"/>
              <a:buFont typeface="StarSymbol"/>
              <a:buChar char=""/>
            </a:pPr>
            <a:r>
              <a:rPr lang="es-ES"/>
              <a:t>Cuarto nivel del esquema</a:t>
            </a:r>
            <a:endParaRPr/>
          </a:p>
          <a:p>
            <a:pPr lvl="4">
              <a:buSzPct val="25000"/>
              <a:buFont typeface="StarSymbol"/>
              <a:buChar char=""/>
            </a:pPr>
            <a:r>
              <a:rPr lang="es-ES"/>
              <a:t>Quinto nivel del esquema</a:t>
            </a:r>
            <a:endParaRPr/>
          </a:p>
          <a:p>
            <a:pPr lvl="5">
              <a:buSzPct val="25000"/>
              <a:buFont typeface="StarSymbol"/>
              <a:buChar char=""/>
            </a:pPr>
            <a:r>
              <a:rPr lang="es-ES"/>
              <a:t>Sexto nivel del esquema</a:t>
            </a:r>
            <a:endParaRPr/>
          </a:p>
          <a:p>
            <a:pPr lvl="6">
              <a:buSzPct val="25000"/>
              <a:buFont typeface="StarSymbol"/>
              <a:buChar char=""/>
            </a:pPr>
            <a:r>
              <a:rPr lang="es-ES"/>
              <a:t>Séptimo nivel del esquema</a:t>
            </a:r>
            <a:endParaRPr/>
          </a:p>
        </p:txBody>
      </p:sp>
      <p:sp>
        <p:nvSpPr>
          <p:cNvPr id="75" name="PlaceHolder 3"/>
          <p:cNvSpPr>
            <a:spLocks noGrp="1"/>
          </p:cNvSpPr>
          <p:nvPr>
            <p:ph type="dt"/>
          </p:nvPr>
        </p:nvSpPr>
        <p:spPr>
          <a:xfrm>
            <a:off x="609480" y="6247440"/>
            <a:ext cx="2840400" cy="473040"/>
          </a:xfrm>
          <a:prstGeom prst="rect">
            <a:avLst/>
          </a:prstGeom>
        </p:spPr>
        <p:txBody>
          <a:bodyPr wrap="none" lIns="0" rIns="0" tIns="0" bIns="0"/>
          <a:p>
            <a:r>
              <a:rPr lang="es-ES" sz="1400"/>
              <a:t>&lt;fecha/hora&gt;</a:t>
            </a:r>
            <a:endParaRPr/>
          </a:p>
        </p:txBody>
      </p:sp>
      <p:sp>
        <p:nvSpPr>
          <p:cNvPr id="76" name="PlaceHolder 4"/>
          <p:cNvSpPr>
            <a:spLocks noGrp="1"/>
          </p:cNvSpPr>
          <p:nvPr>
            <p:ph type="ftr"/>
          </p:nvPr>
        </p:nvSpPr>
        <p:spPr>
          <a:xfrm>
            <a:off x="4169520" y="6247440"/>
            <a:ext cx="3864600" cy="473040"/>
          </a:xfrm>
          <a:prstGeom prst="rect">
            <a:avLst/>
          </a:prstGeom>
        </p:spPr>
        <p:txBody>
          <a:bodyPr wrap="none" lIns="0" rIns="0" tIns="0" bIns="0"/>
          <a:p>
            <a:pPr algn="ctr"/>
            <a:r>
              <a:rPr lang="es-ES" sz="1400"/>
              <a:t>&lt;pie de página&gt;</a:t>
            </a:r>
            <a:endParaRPr/>
          </a:p>
        </p:txBody>
      </p:sp>
      <p:sp>
        <p:nvSpPr>
          <p:cNvPr id="77" name="PlaceHolder 5"/>
          <p:cNvSpPr>
            <a:spLocks noGrp="1"/>
          </p:cNvSpPr>
          <p:nvPr>
            <p:ph type="sldNum"/>
          </p:nvPr>
        </p:nvSpPr>
        <p:spPr>
          <a:xfrm>
            <a:off x="8741520" y="6247440"/>
            <a:ext cx="2840400" cy="473040"/>
          </a:xfrm>
          <a:prstGeom prst="rect">
            <a:avLst/>
          </a:prstGeom>
        </p:spPr>
        <p:txBody>
          <a:bodyPr wrap="none" lIns="0" rIns="0" tIns="0" bIns="0"/>
          <a:p>
            <a:pPr algn="r"/>
            <a:fld id="{FC0C11E6-B79A-4FDF-9EC6-5ACC07F2B18D}" type="slidenum">
              <a:rPr lang="es-ES" sz="1400"/>
              <a:t>&lt;número&gt;</a:t>
            </a:fld>
            <a:endParaRPr/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7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25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2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25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25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6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6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27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slideLayout" Target="../slideLayouts/slideLayout25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CustomShape 1"/>
          <p:cNvSpPr/>
          <p:nvPr/>
        </p:nvSpPr>
        <p:spPr>
          <a:xfrm>
            <a:off x="1523880" y="1122480"/>
            <a:ext cx="9143280" cy="238680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 anchor="b"/>
          <a:p>
            <a:pPr algn="ctr">
              <a:lnSpc>
                <a:spcPct val="100000"/>
              </a:lnSpc>
            </a:pPr>
            <a:r>
              <a:rPr lang="es-ES" sz="6000">
                <a:solidFill>
                  <a:srgbClr val="000000"/>
                </a:solidFill>
                <a:latin typeface="Calibri Light"/>
              </a:rPr>
              <a:t>GASES</a:t>
            </a:r>
            <a:endParaRPr/>
          </a:p>
        </p:txBody>
      </p:sp>
      <p:sp>
        <p:nvSpPr>
          <p:cNvPr id="113" name="CustomShape 2"/>
          <p:cNvSpPr/>
          <p:nvPr/>
        </p:nvSpPr>
        <p:spPr>
          <a:xfrm>
            <a:off x="1523880" y="3602160"/>
            <a:ext cx="9143280" cy="1654920"/>
          </a:xfrm>
          <a:prstGeom prst="rect">
            <a:avLst/>
          </a:prstGeom>
          <a:noFill/>
          <a:ln>
            <a:noFill/>
          </a:ln>
        </p:spPr>
      </p:sp>
    </p:spTree>
  </p:cSld>
  <p:timing>
    <p:tnLst>
      <p:par>
        <p:cTn id="1" dur="indefinite" restart="never" nodeType="tmRoot">
          <p:childTnLst>
            <p:seq>
              <p:cTn id="2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CustomShape 1"/>
          <p:cNvSpPr/>
          <p:nvPr/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 anchor="ctr"/>
          <a:p>
            <a:pPr>
              <a:lnSpc>
                <a:spcPct val="90000"/>
              </a:lnSpc>
            </a:pPr>
            <a:r>
              <a:rPr b="1" lang="es-ES" sz="4400">
                <a:solidFill>
                  <a:srgbClr val="000000"/>
                </a:solidFill>
                <a:latin typeface="Calibri Light"/>
              </a:rPr>
              <a:t>KINETIC INTERPRETATION OF TEMPERATURE AND PRESSURE</a:t>
            </a:r>
            <a:endParaRPr/>
          </a:p>
        </p:txBody>
      </p:sp>
      <p:sp>
        <p:nvSpPr>
          <p:cNvPr id="115" name="CustomShape 2"/>
          <p:cNvSpPr/>
          <p:nvPr/>
        </p:nvSpPr>
        <p:spPr>
          <a:xfrm>
            <a:off x="838080" y="1825560"/>
            <a:ext cx="10514880" cy="435060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pPr>
              <a:lnSpc>
                <a:spcPct val="90000"/>
              </a:lnSpc>
              <a:buFont typeface="Arial"/>
              <a:buChar char="•"/>
            </a:pPr>
            <a:r>
              <a:rPr b="1" lang="es-ES" sz="2800">
                <a:solidFill>
                  <a:srgbClr val="000000"/>
                </a:solidFill>
                <a:latin typeface="Calibri"/>
              </a:rPr>
              <a:t>TEMPERATURE ACCORDING TO KMT</a:t>
            </a:r>
            <a:endParaRPr/>
          </a:p>
          <a:p>
            <a:pPr>
              <a:lnSpc>
                <a:spcPct val="90000"/>
              </a:lnSpc>
              <a:buFont typeface="Arial"/>
              <a:buChar char="•"/>
            </a:pPr>
            <a:r>
              <a:rPr lang="es-ES" sz="2800">
                <a:solidFill>
                  <a:srgbClr val="000000"/>
                </a:solidFill>
                <a:latin typeface="Calibri"/>
              </a:rPr>
              <a:t>Particlesofanygasmoverandomlyinallthepossibledirectionsatanaveragevelocity.Anyobjectthatismovinghaskineticenergythatisproportionaltothetemperature(measuredinkelvins)</a:t>
            </a:r>
            <a:endParaRPr/>
          </a:p>
          <a:p>
            <a:pPr>
              <a:lnSpc>
                <a:spcPct val="90000"/>
              </a:lnSpc>
            </a:pPr>
            <a:endParaRPr/>
          </a:p>
          <a:p>
            <a:pPr>
              <a:lnSpc>
                <a:spcPct val="90000"/>
              </a:lnSpc>
              <a:buFont typeface="Arial"/>
              <a:buChar char="•"/>
            </a:pPr>
            <a:r>
              <a:rPr lang="es-ES" sz="2800">
                <a:solidFill>
                  <a:srgbClr val="000000"/>
                </a:solidFill>
                <a:latin typeface="Wingdings"/>
              </a:rPr>
              <a:t></a:t>
            </a:r>
            <a:r>
              <a:rPr lang="es-ES" sz="2800">
                <a:solidFill>
                  <a:srgbClr val="000000"/>
                </a:solidFill>
                <a:latin typeface="Calibri"/>
              </a:rPr>
              <a:t>particles´speed</a:t>
            </a:r>
            <a:r>
              <a:rPr lang="es-ES" sz="2800">
                <a:solidFill>
                  <a:srgbClr val="000000"/>
                </a:solidFill>
                <a:latin typeface="Wingdings"/>
              </a:rPr>
              <a:t></a:t>
            </a:r>
            <a:r>
              <a:rPr lang="es-ES" sz="2800">
                <a:solidFill>
                  <a:srgbClr val="000000"/>
                </a:solidFill>
                <a:latin typeface="Calibri"/>
              </a:rPr>
              <a:t>kineticenergy</a:t>
            </a:r>
            <a:r>
              <a:rPr lang="es-ES" sz="2800">
                <a:solidFill>
                  <a:srgbClr val="000000"/>
                </a:solidFill>
                <a:latin typeface="Wingdings"/>
              </a:rPr>
              <a:t></a:t>
            </a:r>
            <a:r>
              <a:rPr lang="es-ES" sz="2800">
                <a:solidFill>
                  <a:srgbClr val="000000"/>
                </a:solidFill>
                <a:latin typeface="Calibri"/>
              </a:rPr>
              <a:t>T</a:t>
            </a:r>
            <a:endParaRPr/>
          </a:p>
          <a:p>
            <a:pPr>
              <a:lnSpc>
                <a:spcPct val="90000"/>
              </a:lnSpc>
              <a:buFont typeface="Arial"/>
              <a:buChar char="•"/>
            </a:pPr>
            <a:r>
              <a:rPr b="1" lang="es-ES" sz="2800">
                <a:solidFill>
                  <a:srgbClr val="000000"/>
                </a:solidFill>
                <a:latin typeface="Calibri"/>
              </a:rPr>
              <a:t>Absolutetemperature</a:t>
            </a:r>
            <a:r>
              <a:rPr lang="es-ES" sz="2800">
                <a:solidFill>
                  <a:srgbClr val="000000"/>
                </a:solidFill>
                <a:latin typeface="Calibri"/>
              </a:rPr>
              <a:t>in a gasisameasurementoftheaveragekineticenergyoftheparticles.</a:t>
            </a:r>
            <a:endParaRPr/>
          </a:p>
          <a:p>
            <a:pPr>
              <a:lnSpc>
                <a:spcPct val="90000"/>
              </a:lnSpc>
              <a:buFont typeface="Arial"/>
              <a:buChar char="•"/>
            </a:pPr>
            <a:r>
              <a:rPr b="1" lang="es-ES" sz="2800">
                <a:solidFill>
                  <a:srgbClr val="000000"/>
                </a:solidFill>
                <a:latin typeface="Calibri"/>
              </a:rPr>
              <a:t>Absolutzero</a:t>
            </a:r>
            <a:r>
              <a:rPr lang="es-ES" sz="2800">
                <a:solidFill>
                  <a:srgbClr val="000000"/>
                </a:solidFill>
                <a:latin typeface="Calibri"/>
              </a:rPr>
              <a:t>:Thepointwhereatwhichallmolecularmotionceases</a:t>
            </a:r>
            <a:endParaRPr/>
          </a:p>
        </p:txBody>
      </p:sp>
    </p:spTree>
  </p:cSld>
  <p:timing>
    <p:tnLst>
      <p:par>
        <p:cTn id="3" dur="indefinite" restart="never" nodeType="tmRoot">
          <p:childTnLst>
            <p:seq>
              <p:cTn id="4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CustomShape 1"/>
          <p:cNvSpPr/>
          <p:nvPr/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>
            <a:noFill/>
          </a:ln>
        </p:spPr>
      </p:sp>
      <p:pic>
        <p:nvPicPr>
          <p:cNvPr id="117" name="Marcador de contenido 4" descr=""/>
          <p:cNvPicPr/>
          <p:nvPr/>
        </p:nvPicPr>
        <p:blipFill>
          <a:blip r:embed="rId1"/>
          <a:stretch>
            <a:fillRect/>
          </a:stretch>
        </p:blipFill>
        <p:spPr>
          <a:xfrm>
            <a:off x="2832480" y="1825560"/>
            <a:ext cx="6526440" cy="4350600"/>
          </a:xfrm>
          <a:prstGeom prst="rect">
            <a:avLst/>
          </a:prstGeom>
          <a:ln>
            <a:noFill/>
          </a:ln>
        </p:spPr>
      </p:pic>
    </p:spTree>
  </p:cSld>
  <p:timing>
    <p:tnLst>
      <p:par>
        <p:cTn id="5" dur="indefinite" restart="never" nodeType="tmRoot">
          <p:childTnLst>
            <p:seq>
              <p:cTn id="6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CustomShape 1"/>
          <p:cNvSpPr/>
          <p:nvPr/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 anchor="ctr"/>
          <a:p>
            <a:pPr>
              <a:lnSpc>
                <a:spcPct val="90000"/>
              </a:lnSpc>
            </a:pPr>
            <a:r>
              <a:rPr b="1" lang="es-ES" sz="4400">
                <a:solidFill>
                  <a:srgbClr val="000000"/>
                </a:solidFill>
                <a:latin typeface="Calibri Light"/>
              </a:rPr>
              <a:t>PRESSURE ACCORDING TO KMT</a:t>
            </a:r>
            <a:endParaRPr/>
          </a:p>
        </p:txBody>
      </p:sp>
      <p:sp>
        <p:nvSpPr>
          <p:cNvPr id="119" name="CustomShape 2"/>
          <p:cNvSpPr/>
          <p:nvPr/>
        </p:nvSpPr>
        <p:spPr>
          <a:xfrm>
            <a:off x="838080" y="1825560"/>
            <a:ext cx="10514880" cy="435060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pPr>
              <a:lnSpc>
                <a:spcPct val="90000"/>
              </a:lnSpc>
              <a:buFont typeface="Arial"/>
              <a:buChar char="•"/>
            </a:pPr>
            <a:r>
              <a:rPr lang="es-ES" sz="2800">
                <a:solidFill>
                  <a:srgbClr val="000000"/>
                </a:solidFill>
                <a:latin typeface="Calibri"/>
              </a:rPr>
              <a:t>P= F/S</a:t>
            </a:r>
            <a:endParaRPr/>
          </a:p>
          <a:p>
            <a:pPr>
              <a:lnSpc>
                <a:spcPct val="90000"/>
              </a:lnSpc>
              <a:buFont typeface="Arial"/>
              <a:buChar char="•"/>
            </a:pPr>
            <a:r>
              <a:rPr lang="es-ES" sz="2800">
                <a:solidFill>
                  <a:srgbClr val="000000"/>
                </a:solidFill>
                <a:latin typeface="Calibri"/>
              </a:rPr>
              <a:t>AccordingtoKMT,</a:t>
            </a:r>
            <a:r>
              <a:rPr b="1" lang="es-ES" sz="2800">
                <a:solidFill>
                  <a:srgbClr val="000000"/>
                </a:solidFill>
                <a:latin typeface="Calibri"/>
              </a:rPr>
              <a:t>pressurein a gas</a:t>
            </a:r>
            <a:r>
              <a:rPr lang="es-ES" sz="2800">
                <a:solidFill>
                  <a:srgbClr val="000000"/>
                </a:solidFill>
                <a:latin typeface="Calibri"/>
              </a:rPr>
              <a:t>iscausedbythecolisionsoftheparticlesofthegasagainstthecontainer.</a:t>
            </a:r>
            <a:endParaRPr/>
          </a:p>
          <a:p>
            <a:pPr>
              <a:lnSpc>
                <a:spcPct val="100000"/>
              </a:lnSpc>
            </a:pPr>
            <a:endParaRPr/>
          </a:p>
          <a:p>
            <a:pPr>
              <a:lnSpc>
                <a:spcPct val="90000"/>
              </a:lnSpc>
              <a:buFont typeface="Arial"/>
              <a:buChar char="•"/>
            </a:pPr>
            <a:r>
              <a:rPr lang="es-ES" sz="2800">
                <a:solidFill>
                  <a:srgbClr val="000000"/>
                </a:solidFill>
                <a:latin typeface="Calibri"/>
              </a:rPr>
              <a:t>Drawing1:</a:t>
            </a:r>
            <a:r>
              <a:rPr lang="es-ES" sz="2800">
                <a:solidFill>
                  <a:srgbClr val="000000"/>
                </a:solidFill>
                <a:latin typeface="Wingdings"/>
              </a:rPr>
              <a:t></a:t>
            </a:r>
            <a:r>
              <a:rPr lang="es-ES" sz="2800">
                <a:solidFill>
                  <a:srgbClr val="000000"/>
                </a:solidFill>
                <a:latin typeface="Calibri"/>
              </a:rPr>
              <a:t>volume</a:t>
            </a:r>
            <a:r>
              <a:rPr lang="es-ES" sz="2800">
                <a:solidFill>
                  <a:srgbClr val="000000"/>
                </a:solidFill>
                <a:latin typeface="Wingdings"/>
              </a:rPr>
              <a:t></a:t>
            </a:r>
            <a:r>
              <a:rPr lang="es-ES" sz="2800">
                <a:solidFill>
                  <a:srgbClr val="000000"/>
                </a:solidFill>
                <a:latin typeface="Calibri"/>
              </a:rPr>
              <a:t>frequencyofcollision</a:t>
            </a:r>
            <a:r>
              <a:rPr lang="es-ES" sz="2800">
                <a:solidFill>
                  <a:srgbClr val="000000"/>
                </a:solidFill>
                <a:latin typeface="Wingdings"/>
              </a:rPr>
              <a:t></a:t>
            </a:r>
            <a:r>
              <a:rPr lang="es-ES" sz="2800">
                <a:solidFill>
                  <a:srgbClr val="000000"/>
                </a:solidFill>
                <a:latin typeface="Calibri"/>
              </a:rPr>
              <a:t>P</a:t>
            </a:r>
            <a:endParaRPr/>
          </a:p>
          <a:p>
            <a:pPr>
              <a:lnSpc>
                <a:spcPct val="90000"/>
              </a:lnSpc>
              <a:buFont typeface="Arial"/>
              <a:buChar char="•"/>
            </a:pPr>
            <a:r>
              <a:rPr lang="es-ES" sz="2800">
                <a:solidFill>
                  <a:srgbClr val="000000"/>
                </a:solidFill>
                <a:latin typeface="Calibri"/>
              </a:rPr>
              <a:t>Drawing2:</a:t>
            </a:r>
            <a:r>
              <a:rPr lang="es-ES" sz="2800">
                <a:solidFill>
                  <a:srgbClr val="000000"/>
                </a:solidFill>
                <a:latin typeface="Wingdings"/>
              </a:rPr>
              <a:t></a:t>
            </a:r>
            <a:r>
              <a:rPr lang="es-ES" sz="2800">
                <a:solidFill>
                  <a:srgbClr val="000000"/>
                </a:solidFill>
                <a:latin typeface="Calibri"/>
              </a:rPr>
              <a:t>T</a:t>
            </a:r>
            <a:r>
              <a:rPr lang="es-ES" sz="2800">
                <a:solidFill>
                  <a:srgbClr val="000000"/>
                </a:solidFill>
                <a:latin typeface="Wingdings"/>
              </a:rPr>
              <a:t></a:t>
            </a:r>
            <a:r>
              <a:rPr lang="es-ES" sz="2800">
                <a:solidFill>
                  <a:srgbClr val="000000"/>
                </a:solidFill>
                <a:latin typeface="Calibri"/>
              </a:rPr>
              <a:t>kineticenergy</a:t>
            </a:r>
            <a:r>
              <a:rPr lang="es-ES" sz="2800">
                <a:solidFill>
                  <a:srgbClr val="000000"/>
                </a:solidFill>
                <a:latin typeface="Wingdings"/>
              </a:rPr>
              <a:t></a:t>
            </a:r>
            <a:r>
              <a:rPr lang="es-ES" sz="2800">
                <a:solidFill>
                  <a:srgbClr val="000000"/>
                </a:solidFill>
                <a:latin typeface="Calibri"/>
              </a:rPr>
              <a:t>frequencyofcollisions</a:t>
            </a:r>
            <a:r>
              <a:rPr lang="es-ES" sz="2800">
                <a:solidFill>
                  <a:srgbClr val="000000"/>
                </a:solidFill>
                <a:latin typeface="Wingdings"/>
              </a:rPr>
              <a:t></a:t>
            </a:r>
            <a:r>
              <a:rPr lang="es-ES" sz="2800">
                <a:solidFill>
                  <a:srgbClr val="000000"/>
                </a:solidFill>
                <a:latin typeface="Calibri"/>
              </a:rPr>
              <a:t>P</a:t>
            </a:r>
            <a:endParaRPr/>
          </a:p>
          <a:p>
            <a:pPr>
              <a:lnSpc>
                <a:spcPct val="90000"/>
              </a:lnSpc>
            </a:pPr>
            <a:endParaRPr/>
          </a:p>
          <a:p>
            <a:pPr>
              <a:lnSpc>
                <a:spcPct val="90000"/>
              </a:lnSpc>
            </a:pPr>
            <a:endParaRPr/>
          </a:p>
        </p:txBody>
      </p:sp>
    </p:spTree>
  </p:cSld>
  <p:timing>
    <p:tnLst>
      <p:par>
        <p:cTn id="7" dur="indefinite" restart="never" nodeType="tmRoot">
          <p:childTnLst>
            <p:seq>
              <p:cTn id="8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CustomShape 1"/>
          <p:cNvSpPr/>
          <p:nvPr/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>
            <a:noFill/>
          </a:ln>
        </p:spPr>
      </p:sp>
      <p:pic>
        <p:nvPicPr>
          <p:cNvPr id="121" name="Marcador de contenido 4" descr=""/>
          <p:cNvPicPr/>
          <p:nvPr/>
        </p:nvPicPr>
        <p:blipFill>
          <a:blip r:embed="rId1"/>
          <a:stretch>
            <a:fillRect/>
          </a:stretch>
        </p:blipFill>
        <p:spPr>
          <a:xfrm>
            <a:off x="2832480" y="1825560"/>
            <a:ext cx="6526440" cy="4350600"/>
          </a:xfrm>
          <a:prstGeom prst="rect">
            <a:avLst/>
          </a:prstGeom>
          <a:ln>
            <a:noFill/>
          </a:ln>
        </p:spPr>
      </p:pic>
    </p:spTree>
  </p:cSld>
  <p:timing>
    <p:tnLst>
      <p:par>
        <p:cTn id="9" dur="indefinite" restart="never" nodeType="tmRoot">
          <p:childTnLst>
            <p:seq>
              <p:cTn id="10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CustomShape 1"/>
          <p:cNvSpPr/>
          <p:nvPr/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 anchor="ctr"/>
          <a:p>
            <a:pPr>
              <a:lnSpc>
                <a:spcPct val="90000"/>
              </a:lnSpc>
            </a:pPr>
            <a:r>
              <a:rPr lang="es-ES" sz="4400">
                <a:solidFill>
                  <a:srgbClr val="000000"/>
                </a:solidFill>
                <a:latin typeface="Calibri Light"/>
              </a:rPr>
              <a:t>Videoaboutpressureandtemperaturein gases</a:t>
            </a:r>
            <a:endParaRPr/>
          </a:p>
        </p:txBody>
      </p:sp>
      <p:sp>
        <p:nvSpPr>
          <p:cNvPr id="123" name="CustomShape 2"/>
          <p:cNvSpPr/>
          <p:nvPr/>
        </p:nvSpPr>
        <p:spPr>
          <a:xfrm>
            <a:off x="838080" y="1825560"/>
            <a:ext cx="10514880" cy="435060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pPr>
              <a:lnSpc>
                <a:spcPct val="90000"/>
              </a:lnSpc>
            </a:pPr>
            <a:endParaRPr/>
          </a:p>
          <a:p>
            <a:pPr>
              <a:lnSpc>
                <a:spcPct val="90000"/>
              </a:lnSpc>
              <a:buFont typeface="Arial"/>
              <a:buChar char="•"/>
            </a:pPr>
            <a:r>
              <a:rPr lang="es-ES" sz="2800" u="sng">
                <a:solidFill>
                  <a:srgbClr val="0563c1"/>
                </a:solidFill>
                <a:latin typeface="Calibri"/>
              </a:rPr>
              <a:t>https://www.youtube.com/watch?v=NzKAJWTmlwg</a:t>
            </a:r>
            <a:endParaRPr/>
          </a:p>
          <a:p>
            <a:pPr>
              <a:lnSpc>
                <a:spcPct val="90000"/>
              </a:lnSpc>
            </a:pPr>
            <a:r>
              <a:rPr lang="es-ES" sz="2800" u="sng">
                <a:solidFill>
                  <a:srgbClr val="0563c1"/>
                </a:solidFill>
                <a:latin typeface="Calibri"/>
              </a:rPr>
              <a:t>https://www.youtube.com/shorts/UjObv6S0SOY</a:t>
            </a:r>
            <a:endParaRPr/>
          </a:p>
          <a:p>
            <a:pPr>
              <a:lnSpc>
                <a:spcPct val="90000"/>
              </a:lnSpc>
            </a:pPr>
            <a:endParaRPr/>
          </a:p>
          <a:p>
            <a:pPr>
              <a:lnSpc>
                <a:spcPct val="90000"/>
              </a:lnSpc>
            </a:pPr>
            <a:endParaRPr/>
          </a:p>
        </p:txBody>
      </p:sp>
    </p:spTree>
  </p:cSld>
  <p:timing>
    <p:tnLst>
      <p:par>
        <p:cTn id="11" dur="indefinite" restart="never" nodeType="tmRoot">
          <p:childTnLst>
            <p:seq>
              <p:cTn id="12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CustomShape 1"/>
          <p:cNvSpPr/>
          <p:nvPr/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 anchor="ctr"/>
          <a:p>
            <a:pPr>
              <a:lnSpc>
                <a:spcPct val="90000"/>
              </a:lnSpc>
            </a:pPr>
            <a:r>
              <a:rPr lang="es-ES" sz="4400">
                <a:solidFill>
                  <a:srgbClr val="000000"/>
                </a:solidFill>
                <a:latin typeface="Calibri Light"/>
              </a:rPr>
              <a:t>RELATIONSHIP BETWEEN P,V and T</a:t>
            </a:r>
            <a:endParaRPr/>
          </a:p>
        </p:txBody>
      </p:sp>
      <p:sp>
        <p:nvSpPr>
          <p:cNvPr id="125" name="CustomShape 2"/>
          <p:cNvSpPr/>
          <p:nvPr/>
        </p:nvSpPr>
        <p:spPr>
          <a:xfrm>
            <a:off x="838080" y="1825560"/>
            <a:ext cx="10514880" cy="435060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pPr>
              <a:lnSpc>
                <a:spcPct val="90000"/>
              </a:lnSpc>
            </a:pPr>
            <a:endParaRPr/>
          </a:p>
          <a:p>
            <a:pPr>
              <a:lnSpc>
                <a:spcPct val="90000"/>
              </a:lnSpc>
              <a:buFont typeface="Arial"/>
              <a:buChar char="•"/>
            </a:pPr>
            <a:r>
              <a:rPr lang="es-ES" sz="3600">
                <a:solidFill>
                  <a:srgbClr val="000000"/>
                </a:solidFill>
                <a:latin typeface="Calibri"/>
              </a:rPr>
              <a:t>P, V and T in gases are closely related.  If you change one of these quantities, you will change the others as well.</a:t>
            </a:r>
            <a:endParaRPr/>
          </a:p>
          <a:p>
            <a:pPr>
              <a:lnSpc>
                <a:spcPct val="90000"/>
              </a:lnSpc>
              <a:buFont typeface="Arial"/>
              <a:buChar char="•"/>
            </a:pPr>
            <a:r>
              <a:rPr lang="es-ES" sz="3600">
                <a:solidFill>
                  <a:srgbClr val="000000"/>
                </a:solidFill>
                <a:latin typeface="Calibri"/>
              </a:rPr>
              <a:t>Scientists discovered that the relationships between these variables are governed by simple laws.  Each of these laws are known by the name of the scientists who discovered the law.</a:t>
            </a:r>
            <a:endParaRPr/>
          </a:p>
          <a:p>
            <a:pPr>
              <a:lnSpc>
                <a:spcPct val="90000"/>
              </a:lnSpc>
              <a:buFont typeface="Arial"/>
              <a:buChar char="•"/>
            </a:pPr>
            <a:r>
              <a:rPr lang="es-ES" sz="3600">
                <a:solidFill>
                  <a:srgbClr val="000000"/>
                </a:solidFill>
                <a:latin typeface="Calibri"/>
              </a:rPr>
              <a:t>The gas laws describe the mathematical relationship between 2 variables while the third  remain constant (control variable), as long as the amount of  gas remain constant.</a:t>
            </a:r>
            <a:endParaRPr/>
          </a:p>
          <a:p>
            <a:pPr>
              <a:lnSpc>
                <a:spcPct val="90000"/>
              </a:lnSpc>
            </a:pPr>
            <a:endParaRPr/>
          </a:p>
        </p:txBody>
      </p:sp>
    </p:spTree>
  </p:cSld>
  <p:timing>
    <p:tnLst>
      <p:par>
        <p:cTn id="13" dur="indefinite" restart="never" nodeType="tmRoot">
          <p:childTnLst>
            <p:seq>
              <p:cTn id="14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CustomShape 1"/>
          <p:cNvSpPr/>
          <p:nvPr/>
        </p:nvSpPr>
        <p:spPr>
          <a:xfrm>
            <a:off x="429120" y="216000"/>
            <a:ext cx="10514880" cy="132480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 anchor="ctr"/>
          <a:p>
            <a:r>
              <a:rPr lang="es-ES" sz="2800"/>
              <a:t>BOYLE-MARIOTTE LAW</a:t>
            </a:r>
            <a:endParaRPr/>
          </a:p>
        </p:txBody>
      </p:sp>
      <p:sp>
        <p:nvSpPr>
          <p:cNvPr id="127" name="CustomShape 2"/>
          <p:cNvSpPr/>
          <p:nvPr/>
        </p:nvSpPr>
        <p:spPr>
          <a:xfrm>
            <a:off x="838080" y="1825560"/>
            <a:ext cx="10514880" cy="435060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pPr>
              <a:lnSpc>
                <a:spcPct val="100000"/>
              </a:lnSpc>
              <a:buSzPct val="25000"/>
              <a:buFont typeface="StarSymbol"/>
              <a:buChar char="l"/>
            </a:pPr>
            <a:r>
              <a:rPr lang="es-ES" sz="3600"/>
              <a:t>B-M Law describes the relationship between P and V while T is kept constant.</a:t>
            </a:r>
            <a:endParaRPr/>
          </a:p>
          <a:p>
            <a:pPr>
              <a:lnSpc>
                <a:spcPct val="100000"/>
              </a:lnSpc>
              <a:buSzPct val="25000"/>
              <a:buFont typeface="StarSymbol"/>
              <a:buChar char="l"/>
            </a:pPr>
            <a:r>
              <a:rPr lang="es-ES" sz="3600"/>
              <a:t>If T=ct, the relationship between P and V is inversely proportional.</a:t>
            </a:r>
            <a:endParaRPr/>
          </a:p>
          <a:p>
            <a:pPr>
              <a:lnSpc>
                <a:spcPct val="100000"/>
              </a:lnSpc>
              <a:buSzPct val="25000"/>
              <a:buFont typeface="StarSymbol"/>
              <a:buChar char="l"/>
            </a:pPr>
            <a:r>
              <a:rPr b="1" lang="es-ES" sz="3600"/>
              <a:t>PxV=ct</a:t>
            </a:r>
            <a:endParaRPr/>
          </a:p>
          <a:p>
            <a:pPr>
              <a:lnSpc>
                <a:spcPct val="100000"/>
              </a:lnSpc>
              <a:buSzPct val="25000"/>
              <a:buFont typeface="StarSymbol"/>
              <a:buChar char="l"/>
            </a:pPr>
            <a:r>
              <a:rPr lang="es-ES" sz="3600"/>
              <a:t>Home-made experiments about the lawhttps://www.youtube.com/watch?v=eR49g3ubTBg</a:t>
            </a:r>
            <a:endParaRPr/>
          </a:p>
          <a:p>
            <a:pPr>
              <a:lnSpc>
                <a:spcPct val="100000"/>
              </a:lnSpc>
            </a:pPr>
            <a:endParaRPr/>
          </a:p>
        </p:txBody>
      </p:sp>
    </p:spTree>
  </p:cSld>
  <p:timing>
    <p:tnLst>
      <p:par>
        <p:cTn id="15" dur="indefinite" restart="never" nodeType="tmRoot">
          <p:childTnLst>
            <p:seq>
              <p:cTn id="16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" descr=""/>
          <p:cNvPicPr/>
          <p:nvPr/>
        </p:nvPicPr>
        <p:blipFill>
          <a:blip r:embed="rId1"/>
          <a:stretch>
            <a:fillRect/>
          </a:stretch>
        </p:blipFill>
        <p:spPr>
          <a:xfrm>
            <a:off x="1800000" y="1489320"/>
            <a:ext cx="7712280" cy="4270680"/>
          </a:xfrm>
          <a:prstGeom prst="rect">
            <a:avLst/>
          </a:prstGeom>
          <a:ln>
            <a:noFill/>
          </a:ln>
        </p:spPr>
      </p:pic>
    </p:spTree>
  </p:cSld>
  <p:timing>
    <p:tnLst>
      <p:par>
        <p:cTn id="17" dur="indefinite" restart="never" nodeType="tmRoot">
          <p:childTnLst>
            <p:seq>
              <p:cTn id="18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CustomShape 1"/>
          <p:cNvSpPr/>
          <p:nvPr/>
        </p:nvSpPr>
        <p:spPr>
          <a:xfrm>
            <a:off x="504000" y="360000"/>
            <a:ext cx="10514880" cy="132480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 anchor="ctr"/>
          <a:p>
            <a:r>
              <a:rPr lang="es-ES" sz="4400"/>
              <a:t>GAY-LUSSAC LAW</a:t>
            </a:r>
            <a:endParaRPr/>
          </a:p>
        </p:txBody>
      </p:sp>
      <p:sp>
        <p:nvSpPr>
          <p:cNvPr id="130" name="CustomShape 2"/>
          <p:cNvSpPr/>
          <p:nvPr/>
        </p:nvSpPr>
        <p:spPr>
          <a:xfrm>
            <a:off x="720000" y="1728000"/>
            <a:ext cx="10514880" cy="435060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pPr>
              <a:lnSpc>
                <a:spcPct val="100000"/>
              </a:lnSpc>
              <a:buSzPct val="25000"/>
              <a:buFont typeface="StarSymbol"/>
              <a:buChar char="l"/>
            </a:pPr>
            <a:r>
              <a:rPr lang="es-ES" sz="4000"/>
              <a:t>Describes the relationship between  P and T of a gas when T is constant.</a:t>
            </a:r>
            <a:endParaRPr/>
          </a:p>
          <a:p>
            <a:pPr>
              <a:lnSpc>
                <a:spcPct val="100000"/>
              </a:lnSpc>
              <a:buSzPct val="25000"/>
              <a:buFont typeface="StarSymbol"/>
              <a:buChar char="l"/>
            </a:pPr>
            <a:r>
              <a:rPr lang="es-ES" sz="4000"/>
              <a:t>If V=ct, P and T are directly proportional.</a:t>
            </a:r>
            <a:endParaRPr/>
          </a:p>
          <a:p>
            <a:pPr>
              <a:lnSpc>
                <a:spcPct val="100000"/>
              </a:lnSpc>
              <a:buSzPct val="25000"/>
              <a:buFont typeface="StarSymbol"/>
              <a:buChar char="l"/>
            </a:pPr>
            <a:r>
              <a:rPr b="1" lang="es-ES" sz="4000"/>
              <a:t>P/T=ct</a:t>
            </a:r>
            <a:endParaRPr/>
          </a:p>
          <a:p>
            <a:pPr>
              <a:lnSpc>
                <a:spcPct val="100000"/>
              </a:lnSpc>
              <a:buSzPct val="25000"/>
              <a:buFont typeface="StarSymbol"/>
              <a:buChar char="l"/>
            </a:pPr>
            <a:r>
              <a:rPr lang="es-ES" sz="4000"/>
              <a:t>In order to this law to hold, T must be expressed in </a:t>
            </a:r>
            <a:r>
              <a:rPr lang="es-ES" sz="2800"/>
              <a:t>K</a:t>
            </a:r>
            <a:endParaRPr/>
          </a:p>
          <a:p>
            <a:pPr>
              <a:lnSpc>
                <a:spcPct val="100000"/>
              </a:lnSpc>
            </a:pPr>
            <a:endParaRPr/>
          </a:p>
          <a:p>
            <a:pPr>
              <a:lnSpc>
                <a:spcPct val="100000"/>
              </a:lnSpc>
            </a:pPr>
            <a:endParaRPr/>
          </a:p>
          <a:p>
            <a:pPr>
              <a:lnSpc>
                <a:spcPct val="100000"/>
              </a:lnSpc>
            </a:pPr>
            <a:endParaRPr/>
          </a:p>
          <a:p>
            <a:pPr>
              <a:lnSpc>
                <a:spcPct val="100000"/>
              </a:lnSpc>
            </a:pPr>
            <a:endParaRPr/>
          </a:p>
          <a:p>
            <a:pPr>
              <a:lnSpc>
                <a:spcPct val="100000"/>
              </a:lnSpc>
            </a:pPr>
            <a:endParaRPr/>
          </a:p>
          <a:p>
            <a:pPr>
              <a:lnSpc>
                <a:spcPct val="100000"/>
              </a:lnSpc>
            </a:pPr>
            <a:endParaRPr/>
          </a:p>
          <a:p>
            <a:pPr>
              <a:lnSpc>
                <a:spcPct val="100000"/>
              </a:lnSpc>
            </a:pPr>
            <a:endParaRPr/>
          </a:p>
          <a:p>
            <a:pPr>
              <a:lnSpc>
                <a:spcPct val="100000"/>
              </a:lnSpc>
            </a:pPr>
            <a:endParaRPr/>
          </a:p>
          <a:p>
            <a:pPr>
              <a:lnSpc>
                <a:spcPct val="100000"/>
              </a:lnSpc>
            </a:pPr>
            <a:endParaRPr/>
          </a:p>
          <a:p>
            <a:pPr>
              <a:lnSpc>
                <a:spcPct val="100000"/>
              </a:lnSpc>
            </a:pPr>
            <a:endParaRPr/>
          </a:p>
          <a:p>
            <a:pPr>
              <a:lnSpc>
                <a:spcPct val="100000"/>
              </a:lnSpc>
            </a:pPr>
            <a:endParaRPr/>
          </a:p>
        </p:txBody>
      </p:sp>
    </p:spTree>
  </p:cSld>
  <p:timing>
    <p:tnLst>
      <p:par>
        <p:cTn id="19" dur="indefinite" restart="never" nodeType="tmRoot">
          <p:childTnLst>
            <p:seq>
              <p:cTn id="20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" descr=""/>
          <p:cNvPicPr/>
          <p:nvPr/>
        </p:nvPicPr>
        <p:blipFill>
          <a:blip r:embed="rId1"/>
          <a:stretch>
            <a:fillRect/>
          </a:stretch>
        </p:blipFill>
        <p:spPr>
          <a:xfrm>
            <a:off x="2348280" y="1440000"/>
            <a:ext cx="7875720" cy="4916160"/>
          </a:xfrm>
          <a:prstGeom prst="rect">
            <a:avLst/>
          </a:prstGeom>
          <a:ln>
            <a:noFill/>
          </a:ln>
        </p:spPr>
      </p:pic>
    </p:spTree>
  </p:cSld>
  <p:timing>
    <p:tnLst>
      <p:par>
        <p:cTn id="21" dur="indefinite" restart="never" nodeType="tmRoot">
          <p:childTnLst>
            <p:seq>
              <p:cTn id="22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CustomShape 1"/>
          <p:cNvSpPr/>
          <p:nvPr/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>
            <a:noFill/>
          </a:ln>
        </p:spPr>
      </p:sp>
      <p:sp>
        <p:nvSpPr>
          <p:cNvPr id="133" name="TextShape 2"/>
          <p:cNvSpPr txBox="1"/>
          <p:nvPr/>
        </p:nvSpPr>
        <p:spPr>
          <a:xfrm>
            <a:off x="952200" y="1986480"/>
            <a:ext cx="10339560" cy="1882440"/>
          </a:xfrm>
          <a:prstGeom prst="rect">
            <a:avLst/>
          </a:prstGeom>
        </p:spPr>
        <p:txBody>
          <a:bodyPr wrap="none" lIns="90000" rIns="90000" tIns="45000" bIns="45000"/>
          <a:p>
            <a:r>
              <a:rPr lang="es-ES"/>
              <a:t>Combustion heats the air, increasing pressure.</a:t>
            </a:r>
            <a:endParaRPr/>
          </a:p>
          <a:p>
            <a:endParaRPr/>
          </a:p>
          <a:p>
            <a:r>
              <a:rPr lang="es-ES"/>
              <a:t>When the flame extinguishes, temperature drops, so pressure drops.</a:t>
            </a:r>
            <a:endParaRPr/>
          </a:p>
          <a:p>
            <a:endParaRPr/>
          </a:p>
          <a:p>
            <a:r>
              <a:rPr lang="es-ES"/>
              <a:t>The outside pressure becomes greater than the inside pressure → water is pushed up into the glass.</a:t>
            </a:r>
            <a:endParaRPr/>
          </a:p>
          <a:p>
            <a:endParaRPr/>
          </a:p>
          <a:p>
            <a:r>
              <a:rPr lang="es-ES"/>
              <a:t>This is a classic demonstration of pressure–temperature relationship in gases.</a:t>
            </a:r>
            <a:endParaRPr/>
          </a:p>
        </p:txBody>
      </p:sp>
      <p:sp>
        <p:nvSpPr>
          <p:cNvPr id="134" name="TextShape 3"/>
          <p:cNvSpPr txBox="1"/>
          <p:nvPr/>
        </p:nvSpPr>
        <p:spPr>
          <a:xfrm>
            <a:off x="3645000" y="1368000"/>
            <a:ext cx="4953960" cy="360000"/>
          </a:xfrm>
          <a:prstGeom prst="rect">
            <a:avLst/>
          </a:prstGeom>
        </p:spPr>
        <p:txBody>
          <a:bodyPr wrap="none" lIns="90000" rIns="90000" tIns="45000" bIns="45000"/>
          <a:p>
            <a:r>
              <a:rPr lang="es-ES"/>
              <a:t>https://www.youtube.com/shorts/OGiEszgRE_g</a:t>
            </a:r>
            <a:endParaRPr/>
          </a:p>
        </p:txBody>
      </p:sp>
      <p:sp>
        <p:nvSpPr>
          <p:cNvPr id="135" name="TextShape 4"/>
          <p:cNvSpPr txBox="1"/>
          <p:nvPr/>
        </p:nvSpPr>
        <p:spPr>
          <a:xfrm>
            <a:off x="609480" y="261000"/>
            <a:ext cx="9797400" cy="1001520"/>
          </a:xfrm>
          <a:prstGeom prst="rect">
            <a:avLst/>
          </a:prstGeom>
        </p:spPr>
        <p:txBody>
          <a:bodyPr wrap="none" lIns="0" rIns="0" tIns="0" bIns="0" anchor="ctr"/>
          <a:p>
            <a:pPr algn="ctr"/>
            <a:r>
              <a:rPr lang="es-ES"/>
              <a:t>VIDEO GAY-LUSSAC</a:t>
            </a:r>
            <a:endParaRPr/>
          </a:p>
        </p:txBody>
      </p:sp>
      <p:sp>
        <p:nvSpPr>
          <p:cNvPr id="136" name="TextShape 5"/>
          <p:cNvSpPr txBox="1"/>
          <p:nvPr/>
        </p:nvSpPr>
        <p:spPr>
          <a:xfrm>
            <a:off x="609480" y="1654560"/>
            <a:ext cx="10972800" cy="3977280"/>
          </a:xfrm>
          <a:prstGeom prst="rect">
            <a:avLst/>
          </a:prstGeom>
        </p:spPr>
        <p:txBody>
          <a:bodyPr wrap="none" lIns="0" rIns="0" tIns="0" bIns="0" anchor="ctr"/>
          <a:p>
            <a:pPr algn="ctr"/>
            <a:endParaRPr/>
          </a:p>
        </p:txBody>
      </p:sp>
    </p:spTree>
  </p:cSld>
  <p:timing>
    <p:tnLst>
      <p:par>
        <p:cTn id="23" dur="indefinite" restart="never" nodeType="tmRoot">
          <p:childTnLst>
            <p:seq>
              <p:cTn id="24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TextShape 1"/>
          <p:cNvSpPr txBox="1"/>
          <p:nvPr/>
        </p:nvSpPr>
        <p:spPr>
          <a:xfrm>
            <a:off x="609480" y="-58320"/>
            <a:ext cx="9797400" cy="1640520"/>
          </a:xfrm>
          <a:prstGeom prst="rect">
            <a:avLst/>
          </a:prstGeom>
        </p:spPr>
        <p:txBody>
          <a:bodyPr wrap="none" lIns="0" rIns="0" tIns="0" bIns="0" anchor="ctr"/>
          <a:p>
            <a:pPr algn="ctr"/>
            <a:r>
              <a:rPr lang="es-ES"/>
              <a:t>CHARLES AND GAY-LUSSAC LAW</a:t>
            </a:r>
            <a:endParaRPr/>
          </a:p>
        </p:txBody>
      </p:sp>
      <p:sp>
        <p:nvSpPr>
          <p:cNvPr id="138" name="TextShape 2"/>
          <p:cNvSpPr txBox="1"/>
          <p:nvPr/>
        </p:nvSpPr>
        <p:spPr>
          <a:xfrm>
            <a:off x="609480" y="1654560"/>
            <a:ext cx="10972800" cy="3977280"/>
          </a:xfrm>
          <a:prstGeom prst="rect">
            <a:avLst/>
          </a:prstGeom>
        </p:spPr>
        <p:txBody>
          <a:bodyPr wrap="none" lIns="0" rIns="0" tIns="0" bIns="0" anchor="ctr"/>
          <a:p>
            <a:pPr algn="just">
              <a:buSzPct val="25000"/>
              <a:buFont typeface="StarSymbol"/>
              <a:buChar char=""/>
            </a:pPr>
            <a:r>
              <a:rPr lang="es-ES"/>
              <a:t>Describes the relationship between the volume of a gas and its temperature when they are measured at the same pressure.</a:t>
            </a:r>
            <a:endParaRPr/>
          </a:p>
          <a:p>
            <a:pPr algn="just">
              <a:buSzPct val="25000"/>
              <a:buFont typeface="StarSymbol"/>
              <a:buChar char=""/>
            </a:pPr>
            <a:r>
              <a:rPr b="1" lang="es-ES"/>
              <a:t>V/T=ct </a:t>
            </a:r>
            <a:r>
              <a:rPr lang="es-ES"/>
              <a:t>; in order this law to hold, the temperature must be expressed using the Kelvin scale.</a:t>
            </a:r>
            <a:endParaRPr/>
          </a:p>
        </p:txBody>
      </p:sp>
    </p:spTree>
  </p:cSld>
  <p:timing>
    <p:tnLst>
      <p:par>
        <p:cTn id="25" dur="indefinite" restart="never" nodeType="tmRoot">
          <p:childTnLst>
            <p:seq>
              <p:cTn id="26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TextShape 1"/>
          <p:cNvSpPr txBox="1"/>
          <p:nvPr/>
        </p:nvSpPr>
        <p:spPr>
          <a:xfrm>
            <a:off x="609480" y="261000"/>
            <a:ext cx="9797400" cy="1001520"/>
          </a:xfrm>
          <a:prstGeom prst="rect">
            <a:avLst/>
          </a:prstGeom>
        </p:spPr>
        <p:txBody>
          <a:bodyPr wrap="none" lIns="0" rIns="0" tIns="0" bIns="0" anchor="ctr"/>
          <a:p>
            <a:pPr algn="ctr"/>
            <a:endParaRPr/>
          </a:p>
        </p:txBody>
      </p:sp>
      <p:sp>
        <p:nvSpPr>
          <p:cNvPr id="140" name="TextShape 2"/>
          <p:cNvSpPr txBox="1"/>
          <p:nvPr/>
        </p:nvSpPr>
        <p:spPr>
          <a:xfrm>
            <a:off x="609480" y="1654560"/>
            <a:ext cx="10972800" cy="3977280"/>
          </a:xfrm>
          <a:prstGeom prst="rect">
            <a:avLst/>
          </a:prstGeom>
        </p:spPr>
        <p:txBody>
          <a:bodyPr wrap="none" lIns="0" rIns="0" tIns="0" bIns="0"/>
          <a:p>
            <a:endParaRPr/>
          </a:p>
        </p:txBody>
      </p:sp>
      <p:pic>
        <p:nvPicPr>
          <p:cNvPr id="141" name="" descr=""/>
          <p:cNvPicPr/>
          <p:nvPr/>
        </p:nvPicPr>
        <p:blipFill>
          <a:blip r:embed="rId1"/>
          <a:stretch>
            <a:fillRect/>
          </a:stretch>
        </p:blipFill>
        <p:spPr>
          <a:xfrm>
            <a:off x="2808000" y="1765440"/>
            <a:ext cx="5400000" cy="4354560"/>
          </a:xfrm>
          <a:prstGeom prst="rect">
            <a:avLst/>
          </a:prstGeom>
          <a:ln>
            <a:noFill/>
          </a:ln>
        </p:spPr>
      </p:pic>
    </p:spTree>
  </p:cSld>
  <p:timing>
    <p:tnLst>
      <p:par>
        <p:cTn id="27" dur="indefinite" restart="never" nodeType="tmRoot">
          <p:childTnLst>
            <p:seq>
              <p:cTn id="28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TextShape 1"/>
          <p:cNvSpPr txBox="1"/>
          <p:nvPr/>
        </p:nvSpPr>
        <p:spPr>
          <a:xfrm>
            <a:off x="3600000" y="2088000"/>
            <a:ext cx="5066640" cy="346680"/>
          </a:xfrm>
          <a:prstGeom prst="rect">
            <a:avLst/>
          </a:prstGeom>
        </p:spPr>
        <p:txBody>
          <a:bodyPr wrap="none" lIns="90000" rIns="90000" tIns="45000" bIns="45000"/>
          <a:p>
            <a:r>
              <a:rPr lang="es-ES"/>
              <a:t>https://www.youtube.com/watch?v=NplVuTrr59U</a:t>
            </a:r>
            <a:endParaRPr/>
          </a:p>
        </p:txBody>
      </p:sp>
      <p:sp>
        <p:nvSpPr>
          <p:cNvPr id="143" name="TextShape 2"/>
          <p:cNvSpPr txBox="1"/>
          <p:nvPr/>
        </p:nvSpPr>
        <p:spPr>
          <a:xfrm>
            <a:off x="2914560" y="2630160"/>
            <a:ext cx="6229440" cy="3673800"/>
          </a:xfrm>
          <a:prstGeom prst="rect">
            <a:avLst/>
          </a:prstGeom>
        </p:spPr>
        <p:txBody>
          <a:bodyPr wrap="none" lIns="90000" rIns="90000" tIns="45000" bIns="45000"/>
          <a:p>
            <a:r>
              <a:rPr b="1" lang="es-ES"/>
              <a:t>In hot water</a:t>
            </a:r>
            <a:endParaRPr/>
          </a:p>
          <a:p>
            <a:r>
              <a:rPr lang="es-ES"/>
              <a:t>The air inside the bottle heats up.</a:t>
            </a:r>
            <a:endParaRPr/>
          </a:p>
          <a:p>
            <a:endParaRPr/>
          </a:p>
          <a:p>
            <a:r>
              <a:rPr lang="es-ES"/>
              <a:t>Hot air particles move faster and spread out.</a:t>
            </a:r>
            <a:endParaRPr/>
          </a:p>
          <a:p>
            <a:endParaRPr/>
          </a:p>
          <a:p>
            <a:r>
              <a:rPr lang="es-ES"/>
              <a:t>The air takes up more space, so the balloon inflates.</a:t>
            </a:r>
            <a:endParaRPr/>
          </a:p>
          <a:p>
            <a:endParaRPr/>
          </a:p>
          <a:p>
            <a:r>
              <a:rPr b="1" lang="es-ES"/>
              <a:t>In cold water</a:t>
            </a:r>
            <a:endParaRPr/>
          </a:p>
          <a:p>
            <a:endParaRPr/>
          </a:p>
          <a:p>
            <a:r>
              <a:rPr lang="es-ES"/>
              <a:t>The air inside the bottle cools down.</a:t>
            </a:r>
            <a:endParaRPr/>
          </a:p>
          <a:p>
            <a:endParaRPr/>
          </a:p>
          <a:p>
            <a:r>
              <a:rPr lang="es-ES"/>
              <a:t>Cold air particles move more slowly and take up less space.</a:t>
            </a:r>
            <a:endParaRPr/>
          </a:p>
          <a:p>
            <a:endParaRPr/>
          </a:p>
          <a:p>
            <a:r>
              <a:rPr lang="es-ES"/>
              <a:t>The balloon deflates because the air volume decreases.</a:t>
            </a:r>
            <a:endParaRPr/>
          </a:p>
        </p:txBody>
      </p:sp>
    </p:spTree>
  </p:cSld>
  <p:timing>
    <p:tnLst>
      <p:par>
        <p:cTn id="29" dur="indefinite" restart="never" nodeType="tmRoot">
          <p:childTnLst>
            <p:seq>
              <p:cTn id="30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" descr=""/>
          <p:cNvPicPr/>
          <p:nvPr/>
        </p:nvPicPr>
        <p:blipFill>
          <a:blip r:embed="rId1"/>
          <a:stretch>
            <a:fillRect/>
          </a:stretch>
        </p:blipFill>
        <p:spPr>
          <a:xfrm>
            <a:off x="1080000" y="465480"/>
            <a:ext cx="10368000" cy="6158520"/>
          </a:xfrm>
          <a:prstGeom prst="rect">
            <a:avLst/>
          </a:prstGeom>
          <a:ln>
            <a:noFill/>
          </a:ln>
        </p:spPr>
      </p:pic>
    </p:spTree>
  </p:cSld>
  <p:timing>
    <p:tnLst>
      <p:par>
        <p:cTn id="31" dur="indefinite" restart="never" nodeType="tmRoot">
          <p:childTnLst>
            <p:seq>
              <p:cTn id="32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CustomShape 1"/>
          <p:cNvSpPr/>
          <p:nvPr/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>
            <a:noFill/>
          </a:ln>
        </p:spPr>
      </p:sp>
      <p:sp>
        <p:nvSpPr>
          <p:cNvPr id="146" name="CustomShape 2"/>
          <p:cNvSpPr/>
          <p:nvPr/>
        </p:nvSpPr>
        <p:spPr>
          <a:xfrm>
            <a:off x="838080" y="1825560"/>
            <a:ext cx="10514880" cy="4350600"/>
          </a:xfrm>
          <a:prstGeom prst="rect">
            <a:avLst/>
          </a:prstGeom>
          <a:noFill/>
          <a:ln>
            <a:noFill/>
          </a:ln>
        </p:spPr>
      </p:sp>
    </p:spTree>
  </p:cSld>
  <p:timing>
    <p:tnLst>
      <p:par>
        <p:cTn id="33" dur="indefinite" restart="never" nodeType="tmRoot">
          <p:childTnLst>
            <p:seq>
              <p:cTn id="34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